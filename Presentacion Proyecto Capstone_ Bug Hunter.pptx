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Lst>
  <p:sldSz cy="5143500" cx="9144000"/>
  <p:notesSz cx="6858000" cy="9144000"/>
  <p:embeddedFontLst>
    <p:embeddedFont>
      <p:font typeface="Raleway"/>
      <p:regular r:id="rId21"/>
      <p:bold r:id="rId22"/>
      <p:italic r:id="rId23"/>
      <p:boldItalic r:id="rId24"/>
    </p:embeddedFont>
    <p:embeddedFont>
      <p:font typeface="Lato"/>
      <p:regular r:id="rId25"/>
      <p:bold r:id="rId26"/>
      <p:italic r:id="rId27"/>
      <p:boldItalic r:id="rId2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font" Target="fonts/Raleway-bold.fntdata"/><Relationship Id="rId21" Type="http://schemas.openxmlformats.org/officeDocument/2006/relationships/font" Target="fonts/Raleway-regular.fntdata"/><Relationship Id="rId24" Type="http://schemas.openxmlformats.org/officeDocument/2006/relationships/font" Target="fonts/Raleway-boldItalic.fntdata"/><Relationship Id="rId23" Type="http://schemas.openxmlformats.org/officeDocument/2006/relationships/font" Target="fonts/Raleway-italic.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font" Target="fonts/Lato-bold.fntdata"/><Relationship Id="rId25" Type="http://schemas.openxmlformats.org/officeDocument/2006/relationships/font" Target="fonts/Lato-regular.fntdata"/><Relationship Id="rId28" Type="http://schemas.openxmlformats.org/officeDocument/2006/relationships/font" Target="fonts/Lato-boldItalic.fntdata"/><Relationship Id="rId27" Type="http://schemas.openxmlformats.org/officeDocument/2006/relationships/font" Target="fonts/Lato-italic.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g3f9b2e530d6_0_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 name="Google Shape;92;g3f9b2e530d6_0_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g3f9b2e530d6_0_2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 name="Google Shape;99;g3f9b2e530d6_0_2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f9b2e530d6_0_1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f9b2e530d6_0_1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g3f9b2e530d6_0_1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 name="Google Shape;117;g3f9b2e530d6_0_1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f9b2e530d6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f9b2e530d6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f9b2e530d6_0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 name="Google Shape;136;g3f9b2e530d6_0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g3f9b2e530d6_0_29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4" name="Google Shape;144;g3f9b2e530d6_0_29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g3f9b2e530d6_0_18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3" name="Google Shape;153;g3f9b2e530d6_0_1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g3f9b2e530d6_0_19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7" name="Google Shape;167;g3f9b2e530d6_0_19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 name="Shape 172"/>
        <p:cNvGrpSpPr/>
        <p:nvPr/>
      </p:nvGrpSpPr>
      <p:grpSpPr>
        <a:xfrm>
          <a:off x="0" y="0"/>
          <a:ext cx="0" cy="0"/>
          <a:chOff x="0" y="0"/>
          <a:chExt cx="0" cy="0"/>
        </a:xfrm>
      </p:grpSpPr>
      <p:sp>
        <p:nvSpPr>
          <p:cNvPr id="173" name="Google Shape;173;g3f9b2e530d6_0_19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4" name="Google Shape;174;g3f9b2e530d6_0_19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f9b2e530d6_0_2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f9b2e530d6_0_2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f9b2e530d6_0_2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f9b2e530d6_0_2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f9b2e530d6_0_2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f9b2e530d6_0_2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3f9b2e530d6_0_2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6" name="Google Shape;206;g3f9b2e530d6_0_2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lt2"/>
        </a:solidFill>
      </p:bgPr>
    </p:bg>
    <p:spTree>
      <p:nvGrpSpPr>
        <p:cNvPr id="9" name="Shape 9"/>
        <p:cNvGrpSpPr/>
        <p:nvPr/>
      </p:nvGrpSpPr>
      <p:grpSpPr>
        <a:xfrm>
          <a:off x="0" y="0"/>
          <a:ext cx="0" cy="0"/>
          <a:chOff x="0" y="0"/>
          <a:chExt cx="0" cy="0"/>
        </a:xfrm>
      </p:grpSpPr>
      <p:sp>
        <p:nvSpPr>
          <p:cNvPr id="10" name="Google Shape;10;p2"/>
          <p:cNvSpPr/>
          <p:nvPr/>
        </p:nvSpPr>
        <p:spPr>
          <a:xfrm>
            <a:off x="0" y="0"/>
            <a:ext cx="9144000" cy="4878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 name="Google Shape;11;p2"/>
          <p:cNvGrpSpPr/>
          <p:nvPr/>
        </p:nvGrpSpPr>
        <p:grpSpPr>
          <a:xfrm>
            <a:off x="830392" y="1191256"/>
            <a:ext cx="745763" cy="45826"/>
            <a:chOff x="4580561" y="2589004"/>
            <a:chExt cx="1064464" cy="25200"/>
          </a:xfrm>
        </p:grpSpPr>
        <p:sp>
          <p:nvSpPr>
            <p:cNvPr id="12" name="Google Shape;12;p2"/>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 name="Google Shape;13;p2"/>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 name="Google Shape;14;p2"/>
          <p:cNvSpPr txBox="1"/>
          <p:nvPr>
            <p:ph type="ctrTitle"/>
          </p:nvPr>
        </p:nvSpPr>
        <p:spPr>
          <a:xfrm>
            <a:off x="729450" y="1322450"/>
            <a:ext cx="7688100" cy="1664700"/>
          </a:xfrm>
          <a:prstGeom prst="rect">
            <a:avLst/>
          </a:prstGeom>
        </p:spPr>
        <p:txBody>
          <a:bodyPr anchorCtr="0" anchor="t" bIns="91425" lIns="91425" spcFirstLastPara="1" rIns="91425" wrap="square" tIns="91425">
            <a:normAutofit/>
          </a:bodyPr>
          <a:lstStyle>
            <a:lvl1pPr lvl="0">
              <a:spcBef>
                <a:spcPts val="0"/>
              </a:spcBef>
              <a:spcAft>
                <a:spcPts val="0"/>
              </a:spcAft>
              <a:buSzPts val="4200"/>
              <a:buNone/>
              <a:defRPr sz="4200"/>
            </a:lvl1pPr>
            <a:lvl2pPr lvl="1">
              <a:spcBef>
                <a:spcPts val="0"/>
              </a:spcBef>
              <a:spcAft>
                <a:spcPts val="0"/>
              </a:spcAft>
              <a:buSzPts val="4200"/>
              <a:buNone/>
              <a:defRPr sz="4200"/>
            </a:lvl2pPr>
            <a:lvl3pPr lvl="2">
              <a:spcBef>
                <a:spcPts val="0"/>
              </a:spcBef>
              <a:spcAft>
                <a:spcPts val="0"/>
              </a:spcAft>
              <a:buSzPts val="4200"/>
              <a:buNone/>
              <a:defRPr sz="4200"/>
            </a:lvl3pPr>
            <a:lvl4pPr lvl="3">
              <a:spcBef>
                <a:spcPts val="0"/>
              </a:spcBef>
              <a:spcAft>
                <a:spcPts val="0"/>
              </a:spcAft>
              <a:buSzPts val="4200"/>
              <a:buNone/>
              <a:defRPr sz="4200"/>
            </a:lvl4pPr>
            <a:lvl5pPr lvl="4">
              <a:spcBef>
                <a:spcPts val="0"/>
              </a:spcBef>
              <a:spcAft>
                <a:spcPts val="0"/>
              </a:spcAft>
              <a:buSzPts val="4200"/>
              <a:buNone/>
              <a:defRPr sz="4200"/>
            </a:lvl5pPr>
            <a:lvl6pPr lvl="5">
              <a:spcBef>
                <a:spcPts val="0"/>
              </a:spcBef>
              <a:spcAft>
                <a:spcPts val="0"/>
              </a:spcAft>
              <a:buSzPts val="4200"/>
              <a:buNone/>
              <a:defRPr sz="4200"/>
            </a:lvl6pPr>
            <a:lvl7pPr lvl="6">
              <a:spcBef>
                <a:spcPts val="0"/>
              </a:spcBef>
              <a:spcAft>
                <a:spcPts val="0"/>
              </a:spcAft>
              <a:buSzPts val="4200"/>
              <a:buNone/>
              <a:defRPr sz="4200"/>
            </a:lvl7pPr>
            <a:lvl8pPr lvl="7">
              <a:spcBef>
                <a:spcPts val="0"/>
              </a:spcBef>
              <a:spcAft>
                <a:spcPts val="0"/>
              </a:spcAft>
              <a:buSzPts val="4200"/>
              <a:buNone/>
              <a:defRPr sz="4200"/>
            </a:lvl8pPr>
            <a:lvl9pPr lvl="8">
              <a:spcBef>
                <a:spcPts val="0"/>
              </a:spcBef>
              <a:spcAft>
                <a:spcPts val="0"/>
              </a:spcAft>
              <a:buSzPts val="4200"/>
              <a:buNone/>
              <a:defRPr sz="4200"/>
            </a:lvl9pPr>
          </a:lstStyle>
          <a:p/>
        </p:txBody>
      </p:sp>
      <p:sp>
        <p:nvSpPr>
          <p:cNvPr id="15" name="Google Shape;15;p2"/>
          <p:cNvSpPr txBox="1"/>
          <p:nvPr>
            <p:ph idx="1" type="subTitle"/>
          </p:nvPr>
        </p:nvSpPr>
        <p:spPr>
          <a:xfrm>
            <a:off x="729627" y="3172900"/>
            <a:ext cx="7688100" cy="5412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SzPts val="1600"/>
              <a:buNone/>
              <a:defRPr sz="1600"/>
            </a:lvl1pPr>
            <a:lvl2pPr lvl="1">
              <a:lnSpc>
                <a:spcPct val="100000"/>
              </a:lnSpc>
              <a:spcBef>
                <a:spcPts val="0"/>
              </a:spcBef>
              <a:spcAft>
                <a:spcPts val="0"/>
              </a:spcAft>
              <a:buSzPts val="1600"/>
              <a:buNone/>
              <a:defRPr sz="1600"/>
            </a:lvl2pPr>
            <a:lvl3pPr lvl="2">
              <a:lnSpc>
                <a:spcPct val="100000"/>
              </a:lnSpc>
              <a:spcBef>
                <a:spcPts val="0"/>
              </a:spcBef>
              <a:spcAft>
                <a:spcPts val="0"/>
              </a:spcAft>
              <a:buSzPts val="1600"/>
              <a:buNone/>
              <a:defRPr sz="1600"/>
            </a:lvl3pPr>
            <a:lvl4pPr lvl="3">
              <a:lnSpc>
                <a:spcPct val="100000"/>
              </a:lnSpc>
              <a:spcBef>
                <a:spcPts val="0"/>
              </a:spcBef>
              <a:spcAft>
                <a:spcPts val="0"/>
              </a:spcAft>
              <a:buSzPts val="1600"/>
              <a:buNone/>
              <a:defRPr sz="1600"/>
            </a:lvl4pPr>
            <a:lvl5pPr lvl="4">
              <a:lnSpc>
                <a:spcPct val="100000"/>
              </a:lnSpc>
              <a:spcBef>
                <a:spcPts val="0"/>
              </a:spcBef>
              <a:spcAft>
                <a:spcPts val="0"/>
              </a:spcAft>
              <a:buSzPts val="1600"/>
              <a:buNone/>
              <a:defRPr sz="1600"/>
            </a:lvl5pPr>
            <a:lvl6pPr lvl="5">
              <a:lnSpc>
                <a:spcPct val="100000"/>
              </a:lnSpc>
              <a:spcBef>
                <a:spcPts val="0"/>
              </a:spcBef>
              <a:spcAft>
                <a:spcPts val="0"/>
              </a:spcAft>
              <a:buSzPts val="1600"/>
              <a:buNone/>
              <a:defRPr sz="1600"/>
            </a:lvl6pPr>
            <a:lvl7pPr lvl="6">
              <a:lnSpc>
                <a:spcPct val="100000"/>
              </a:lnSpc>
              <a:spcBef>
                <a:spcPts val="0"/>
              </a:spcBef>
              <a:spcAft>
                <a:spcPts val="0"/>
              </a:spcAft>
              <a:buSzPts val="1600"/>
              <a:buNone/>
              <a:defRPr sz="1600"/>
            </a:lvl7pPr>
            <a:lvl8pPr lvl="7">
              <a:lnSpc>
                <a:spcPct val="100000"/>
              </a:lnSpc>
              <a:spcBef>
                <a:spcPts val="0"/>
              </a:spcBef>
              <a:spcAft>
                <a:spcPts val="0"/>
              </a:spcAft>
              <a:buSzPts val="1600"/>
              <a:buNone/>
              <a:defRPr sz="1600"/>
            </a:lvl8pPr>
            <a:lvl9pPr lvl="8">
              <a:lnSpc>
                <a:spcPct val="100000"/>
              </a:lnSpc>
              <a:spcBef>
                <a:spcPts val="0"/>
              </a:spcBef>
              <a:spcAft>
                <a:spcPts val="0"/>
              </a:spcAft>
              <a:buSzPts val="1600"/>
              <a:buNone/>
              <a:defRPr sz="1600"/>
            </a:lvl9pPr>
          </a:lstStyle>
          <a:p/>
        </p:txBody>
      </p:sp>
      <p:sp>
        <p:nvSpPr>
          <p:cNvPr id="16" name="Google Shape;16;p2"/>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dk1"/>
        </a:solidFill>
      </p:bgPr>
    </p:bg>
    <p:spTree>
      <p:nvGrpSpPr>
        <p:cNvPr id="17" name="Shape 17"/>
        <p:cNvGrpSpPr/>
        <p:nvPr/>
      </p:nvGrpSpPr>
      <p:grpSpPr>
        <a:xfrm>
          <a:off x="0" y="0"/>
          <a:ext cx="0" cy="0"/>
          <a:chOff x="0" y="0"/>
          <a:chExt cx="0" cy="0"/>
        </a:xfrm>
      </p:grpSpPr>
      <p:grpSp>
        <p:nvGrpSpPr>
          <p:cNvPr id="18" name="Google Shape;18;p3"/>
          <p:cNvGrpSpPr/>
          <p:nvPr/>
        </p:nvGrpSpPr>
        <p:grpSpPr>
          <a:xfrm>
            <a:off x="830392" y="1191256"/>
            <a:ext cx="745763" cy="45826"/>
            <a:chOff x="4580561" y="2589004"/>
            <a:chExt cx="1064464" cy="25200"/>
          </a:xfrm>
        </p:grpSpPr>
        <p:sp>
          <p:nvSpPr>
            <p:cNvPr id="19" name="Google Shape;19;p3"/>
            <p:cNvSpPr/>
            <p:nvPr/>
          </p:nvSpPr>
          <p:spPr>
            <a:xfrm rot="-5400000">
              <a:off x="5366325" y="2335504"/>
              <a:ext cx="25200" cy="5322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3"/>
            <p:cNvSpPr/>
            <p:nvPr/>
          </p:nvSpPr>
          <p:spPr>
            <a:xfrm rot="-5400000">
              <a:off x="4836311" y="2333254"/>
              <a:ext cx="25200" cy="5367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1" name="Google Shape;21;p3"/>
          <p:cNvSpPr txBox="1"/>
          <p:nvPr>
            <p:ph type="title"/>
          </p:nvPr>
        </p:nvSpPr>
        <p:spPr>
          <a:xfrm>
            <a:off x="729450" y="1322450"/>
            <a:ext cx="7688400" cy="1518600"/>
          </a:xfrm>
          <a:prstGeom prst="rect">
            <a:avLst/>
          </a:prstGeom>
        </p:spPr>
        <p:txBody>
          <a:bodyPr anchorCtr="0" anchor="t" bIns="91425" lIns="91425" spcFirstLastPara="1" rIns="91425" wrap="square" tIns="91425">
            <a:normAutofit/>
          </a:bodyPr>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p:txBody>
      </p:sp>
      <p:sp>
        <p:nvSpPr>
          <p:cNvPr id="22" name="Google Shape;22;p3"/>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3" name="Shape 23"/>
        <p:cNvGrpSpPr/>
        <p:nvPr/>
      </p:nvGrpSpPr>
      <p:grpSpPr>
        <a:xfrm>
          <a:off x="0" y="0"/>
          <a:ext cx="0" cy="0"/>
          <a:chOff x="0" y="0"/>
          <a:chExt cx="0" cy="0"/>
        </a:xfrm>
      </p:grpSpPr>
      <p:sp>
        <p:nvSpPr>
          <p:cNvPr id="24" name="Google Shape;24;p4"/>
          <p:cNvSpPr/>
          <p:nvPr/>
        </p:nvSpPr>
        <p:spPr>
          <a:xfrm>
            <a:off x="0" y="0"/>
            <a:ext cx="9144000" cy="487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5" name="Google Shape;25;p4"/>
          <p:cNvGrpSpPr/>
          <p:nvPr/>
        </p:nvGrpSpPr>
        <p:grpSpPr>
          <a:xfrm>
            <a:off x="830392" y="1191256"/>
            <a:ext cx="745763" cy="45826"/>
            <a:chOff x="4580561" y="2589004"/>
            <a:chExt cx="1064464" cy="25200"/>
          </a:xfrm>
        </p:grpSpPr>
        <p:sp>
          <p:nvSpPr>
            <p:cNvPr id="26" name="Google Shape;26;p4"/>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27;p4"/>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8" name="Google Shape;28;p4"/>
          <p:cNvSpPr txBox="1"/>
          <p:nvPr>
            <p:ph type="title"/>
          </p:nvPr>
        </p:nvSpPr>
        <p:spPr>
          <a:xfrm>
            <a:off x="729450" y="1318650"/>
            <a:ext cx="7688700" cy="535200"/>
          </a:xfrm>
          <a:prstGeom prst="rect">
            <a:avLst/>
          </a:prstGeom>
        </p:spPr>
        <p:txBody>
          <a:bodyPr anchorCtr="0" anchor="t" bIns="91425" lIns="91425" spcFirstLastPara="1" rIns="91425" wrap="square" tIns="91425">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p:txBody>
      </p:sp>
      <p:sp>
        <p:nvSpPr>
          <p:cNvPr id="29" name="Google Shape;29;p4"/>
          <p:cNvSpPr txBox="1"/>
          <p:nvPr>
            <p:ph idx="1" type="body"/>
          </p:nvPr>
        </p:nvSpPr>
        <p:spPr>
          <a:xfrm>
            <a:off x="729450" y="2078875"/>
            <a:ext cx="7688700" cy="22611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30" name="Google Shape;30;p4"/>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1" name="Shape 31"/>
        <p:cNvGrpSpPr/>
        <p:nvPr/>
      </p:nvGrpSpPr>
      <p:grpSpPr>
        <a:xfrm>
          <a:off x="0" y="0"/>
          <a:ext cx="0" cy="0"/>
          <a:chOff x="0" y="0"/>
          <a:chExt cx="0" cy="0"/>
        </a:xfrm>
      </p:grpSpPr>
      <p:sp>
        <p:nvSpPr>
          <p:cNvPr id="32" name="Google Shape;32;p5"/>
          <p:cNvSpPr/>
          <p:nvPr/>
        </p:nvSpPr>
        <p:spPr>
          <a:xfrm>
            <a:off x="0" y="0"/>
            <a:ext cx="9144000" cy="487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3" name="Google Shape;33;p5"/>
          <p:cNvGrpSpPr/>
          <p:nvPr/>
        </p:nvGrpSpPr>
        <p:grpSpPr>
          <a:xfrm>
            <a:off x="830392" y="1191256"/>
            <a:ext cx="745763" cy="45826"/>
            <a:chOff x="4580561" y="2589004"/>
            <a:chExt cx="1064464" cy="25200"/>
          </a:xfrm>
        </p:grpSpPr>
        <p:sp>
          <p:nvSpPr>
            <p:cNvPr id="34" name="Google Shape;34;p5"/>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5"/>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6" name="Google Shape;36;p5"/>
          <p:cNvSpPr txBox="1"/>
          <p:nvPr>
            <p:ph type="title"/>
          </p:nvPr>
        </p:nvSpPr>
        <p:spPr>
          <a:xfrm>
            <a:off x="729450" y="1318650"/>
            <a:ext cx="7688400" cy="535200"/>
          </a:xfrm>
          <a:prstGeom prst="rect">
            <a:avLst/>
          </a:prstGeom>
        </p:spPr>
        <p:txBody>
          <a:bodyPr anchorCtr="0" anchor="t" bIns="91425" lIns="91425" spcFirstLastPara="1" rIns="91425" wrap="square" tIns="91425">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p:txBody>
      </p:sp>
      <p:sp>
        <p:nvSpPr>
          <p:cNvPr id="37" name="Google Shape;37;p5"/>
          <p:cNvSpPr txBox="1"/>
          <p:nvPr>
            <p:ph idx="1" type="body"/>
          </p:nvPr>
        </p:nvSpPr>
        <p:spPr>
          <a:xfrm>
            <a:off x="729325" y="2078875"/>
            <a:ext cx="3774300" cy="22611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38" name="Google Shape;38;p5"/>
          <p:cNvSpPr txBox="1"/>
          <p:nvPr>
            <p:ph idx="2" type="body"/>
          </p:nvPr>
        </p:nvSpPr>
        <p:spPr>
          <a:xfrm>
            <a:off x="4643604" y="2078875"/>
            <a:ext cx="3774300" cy="22611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39" name="Google Shape;39;p5"/>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0" name="Shape 40"/>
        <p:cNvGrpSpPr/>
        <p:nvPr/>
      </p:nvGrpSpPr>
      <p:grpSpPr>
        <a:xfrm>
          <a:off x="0" y="0"/>
          <a:ext cx="0" cy="0"/>
          <a:chOff x="0" y="0"/>
          <a:chExt cx="0" cy="0"/>
        </a:xfrm>
      </p:grpSpPr>
      <p:sp>
        <p:nvSpPr>
          <p:cNvPr id="41" name="Google Shape;41;p6"/>
          <p:cNvSpPr/>
          <p:nvPr/>
        </p:nvSpPr>
        <p:spPr>
          <a:xfrm>
            <a:off x="0" y="0"/>
            <a:ext cx="9144000" cy="487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2" name="Google Shape;42;p6"/>
          <p:cNvGrpSpPr/>
          <p:nvPr/>
        </p:nvGrpSpPr>
        <p:grpSpPr>
          <a:xfrm>
            <a:off x="830392" y="1191256"/>
            <a:ext cx="745763" cy="45826"/>
            <a:chOff x="4580561" y="2589004"/>
            <a:chExt cx="1064464" cy="25200"/>
          </a:xfrm>
        </p:grpSpPr>
        <p:sp>
          <p:nvSpPr>
            <p:cNvPr id="43" name="Google Shape;43;p6"/>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6"/>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5" name="Google Shape;45;p6"/>
          <p:cNvSpPr txBox="1"/>
          <p:nvPr>
            <p:ph type="title"/>
          </p:nvPr>
        </p:nvSpPr>
        <p:spPr>
          <a:xfrm>
            <a:off x="729450" y="1318650"/>
            <a:ext cx="7688400" cy="535200"/>
          </a:xfrm>
          <a:prstGeom prst="rect">
            <a:avLst/>
          </a:prstGeom>
        </p:spPr>
        <p:txBody>
          <a:bodyPr anchorCtr="0" anchor="t" bIns="91425" lIns="91425" spcFirstLastPara="1" rIns="91425" wrap="square" tIns="91425">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p:txBody>
      </p:sp>
      <p:sp>
        <p:nvSpPr>
          <p:cNvPr id="46" name="Google Shape;46;p6"/>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47" name="Shape 47"/>
        <p:cNvGrpSpPr/>
        <p:nvPr/>
      </p:nvGrpSpPr>
      <p:grpSpPr>
        <a:xfrm>
          <a:off x="0" y="0"/>
          <a:ext cx="0" cy="0"/>
          <a:chOff x="0" y="0"/>
          <a:chExt cx="0" cy="0"/>
        </a:xfrm>
      </p:grpSpPr>
      <p:sp>
        <p:nvSpPr>
          <p:cNvPr id="48" name="Google Shape;48;p7"/>
          <p:cNvSpPr/>
          <p:nvPr/>
        </p:nvSpPr>
        <p:spPr>
          <a:xfrm>
            <a:off x="0" y="0"/>
            <a:ext cx="9144000" cy="487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9" name="Google Shape;49;p7"/>
          <p:cNvGrpSpPr/>
          <p:nvPr/>
        </p:nvGrpSpPr>
        <p:grpSpPr>
          <a:xfrm>
            <a:off x="830392" y="1191256"/>
            <a:ext cx="745763" cy="45826"/>
            <a:chOff x="4580561" y="2589004"/>
            <a:chExt cx="1064464" cy="25200"/>
          </a:xfrm>
        </p:grpSpPr>
        <p:sp>
          <p:nvSpPr>
            <p:cNvPr id="50" name="Google Shape;50;p7"/>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7"/>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2" name="Google Shape;52;p7"/>
          <p:cNvSpPr txBox="1"/>
          <p:nvPr>
            <p:ph type="title"/>
          </p:nvPr>
        </p:nvSpPr>
        <p:spPr>
          <a:xfrm>
            <a:off x="730000" y="1318650"/>
            <a:ext cx="3300900" cy="1381500"/>
          </a:xfrm>
          <a:prstGeom prst="rect">
            <a:avLst/>
          </a:prstGeom>
        </p:spPr>
        <p:txBody>
          <a:bodyPr anchorCtr="0" anchor="t" bIns="91425" lIns="91425" spcFirstLastPara="1" rIns="91425" wrap="square" tIns="91425">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p:txBody>
      </p:sp>
      <p:sp>
        <p:nvSpPr>
          <p:cNvPr id="53" name="Google Shape;53;p7"/>
          <p:cNvSpPr txBox="1"/>
          <p:nvPr>
            <p:ph idx="1" type="body"/>
          </p:nvPr>
        </p:nvSpPr>
        <p:spPr>
          <a:xfrm>
            <a:off x="721225" y="2781725"/>
            <a:ext cx="3300900" cy="15975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54" name="Google Shape;54;p7"/>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chemeClr val="accent3"/>
        </a:solidFill>
      </p:bgPr>
    </p:bg>
    <p:spTree>
      <p:nvGrpSpPr>
        <p:cNvPr id="55" name="Shape 55"/>
        <p:cNvGrpSpPr/>
        <p:nvPr/>
      </p:nvGrpSpPr>
      <p:grpSpPr>
        <a:xfrm>
          <a:off x="0" y="0"/>
          <a:ext cx="0" cy="0"/>
          <a:chOff x="0" y="0"/>
          <a:chExt cx="0" cy="0"/>
        </a:xfrm>
      </p:grpSpPr>
      <p:grpSp>
        <p:nvGrpSpPr>
          <p:cNvPr id="56" name="Google Shape;56;p8"/>
          <p:cNvGrpSpPr/>
          <p:nvPr/>
        </p:nvGrpSpPr>
        <p:grpSpPr>
          <a:xfrm>
            <a:off x="830392" y="4169130"/>
            <a:ext cx="745763" cy="45826"/>
            <a:chOff x="4580561" y="2589004"/>
            <a:chExt cx="1064464" cy="25200"/>
          </a:xfrm>
        </p:grpSpPr>
        <p:sp>
          <p:nvSpPr>
            <p:cNvPr id="57" name="Google Shape;57;p8"/>
            <p:cNvSpPr/>
            <p:nvPr/>
          </p:nvSpPr>
          <p:spPr>
            <a:xfrm rot="-5400000">
              <a:off x="5366325" y="2335504"/>
              <a:ext cx="25200" cy="5322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8"/>
            <p:cNvSpPr/>
            <p:nvPr/>
          </p:nvSpPr>
          <p:spPr>
            <a:xfrm rot="-5400000">
              <a:off x="4836311" y="2333254"/>
              <a:ext cx="25200" cy="5367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9" name="Google Shape;59;p8"/>
          <p:cNvSpPr txBox="1"/>
          <p:nvPr>
            <p:ph type="title"/>
          </p:nvPr>
        </p:nvSpPr>
        <p:spPr>
          <a:xfrm>
            <a:off x="729450" y="864300"/>
            <a:ext cx="7021200" cy="2985000"/>
          </a:xfrm>
          <a:prstGeom prst="rect">
            <a:avLst/>
          </a:prstGeom>
        </p:spPr>
        <p:txBody>
          <a:bodyPr anchorCtr="0" anchor="ctr" bIns="91425" lIns="91425" spcFirstLastPara="1" rIns="91425" wrap="square" tIns="91425">
            <a:normAutofit/>
          </a:bodyPr>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p:txBody>
      </p:sp>
      <p:sp>
        <p:nvSpPr>
          <p:cNvPr id="60" name="Google Shape;60;p8"/>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61" name="Shape 61"/>
        <p:cNvGrpSpPr/>
        <p:nvPr/>
      </p:nvGrpSpPr>
      <p:grpSpPr>
        <a:xfrm>
          <a:off x="0" y="0"/>
          <a:ext cx="0" cy="0"/>
          <a:chOff x="0" y="0"/>
          <a:chExt cx="0" cy="0"/>
        </a:xfrm>
      </p:grpSpPr>
      <p:sp>
        <p:nvSpPr>
          <p:cNvPr id="62" name="Google Shape;62;p9"/>
          <p:cNvSpPr/>
          <p:nvPr/>
        </p:nvSpPr>
        <p:spPr>
          <a:xfrm>
            <a:off x="0" y="0"/>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63" name="Google Shape;63;p9"/>
          <p:cNvGrpSpPr/>
          <p:nvPr/>
        </p:nvGrpSpPr>
        <p:grpSpPr>
          <a:xfrm>
            <a:off x="830392" y="1191256"/>
            <a:ext cx="745763" cy="45826"/>
            <a:chOff x="4580561" y="2589004"/>
            <a:chExt cx="1064464" cy="25200"/>
          </a:xfrm>
        </p:grpSpPr>
        <p:sp>
          <p:nvSpPr>
            <p:cNvPr id="64" name="Google Shape;64;p9"/>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 name="Google Shape;65;p9"/>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6" name="Google Shape;66;p9"/>
          <p:cNvSpPr txBox="1"/>
          <p:nvPr>
            <p:ph type="title"/>
          </p:nvPr>
        </p:nvSpPr>
        <p:spPr>
          <a:xfrm>
            <a:off x="730000" y="1318650"/>
            <a:ext cx="3300900" cy="1687200"/>
          </a:xfrm>
          <a:prstGeom prst="rect">
            <a:avLst/>
          </a:prstGeom>
        </p:spPr>
        <p:txBody>
          <a:bodyPr anchorCtr="0" anchor="t" bIns="91425" lIns="91425" spcFirstLastPara="1" rIns="91425" wrap="square" tIns="91425">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p:txBody>
      </p:sp>
      <p:sp>
        <p:nvSpPr>
          <p:cNvPr id="67" name="Google Shape;67;p9"/>
          <p:cNvSpPr txBox="1"/>
          <p:nvPr>
            <p:ph idx="1" type="subTitle"/>
          </p:nvPr>
        </p:nvSpPr>
        <p:spPr>
          <a:xfrm>
            <a:off x="724950" y="3161525"/>
            <a:ext cx="3300900" cy="7590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SzPts val="1600"/>
              <a:buNone/>
              <a:defRPr sz="1600"/>
            </a:lvl1pPr>
            <a:lvl2pPr lvl="1">
              <a:lnSpc>
                <a:spcPct val="100000"/>
              </a:lnSpc>
              <a:spcBef>
                <a:spcPts val="0"/>
              </a:spcBef>
              <a:spcAft>
                <a:spcPts val="0"/>
              </a:spcAft>
              <a:buSzPts val="1600"/>
              <a:buNone/>
              <a:defRPr sz="1600"/>
            </a:lvl2pPr>
            <a:lvl3pPr lvl="2">
              <a:lnSpc>
                <a:spcPct val="100000"/>
              </a:lnSpc>
              <a:spcBef>
                <a:spcPts val="0"/>
              </a:spcBef>
              <a:spcAft>
                <a:spcPts val="0"/>
              </a:spcAft>
              <a:buSzPts val="1600"/>
              <a:buNone/>
              <a:defRPr sz="1600"/>
            </a:lvl3pPr>
            <a:lvl4pPr lvl="3">
              <a:lnSpc>
                <a:spcPct val="100000"/>
              </a:lnSpc>
              <a:spcBef>
                <a:spcPts val="0"/>
              </a:spcBef>
              <a:spcAft>
                <a:spcPts val="0"/>
              </a:spcAft>
              <a:buSzPts val="1600"/>
              <a:buNone/>
              <a:defRPr sz="1600"/>
            </a:lvl4pPr>
            <a:lvl5pPr lvl="4">
              <a:lnSpc>
                <a:spcPct val="100000"/>
              </a:lnSpc>
              <a:spcBef>
                <a:spcPts val="0"/>
              </a:spcBef>
              <a:spcAft>
                <a:spcPts val="0"/>
              </a:spcAft>
              <a:buSzPts val="1600"/>
              <a:buNone/>
              <a:defRPr sz="1600"/>
            </a:lvl5pPr>
            <a:lvl6pPr lvl="5">
              <a:lnSpc>
                <a:spcPct val="100000"/>
              </a:lnSpc>
              <a:spcBef>
                <a:spcPts val="0"/>
              </a:spcBef>
              <a:spcAft>
                <a:spcPts val="0"/>
              </a:spcAft>
              <a:buSzPts val="1600"/>
              <a:buNone/>
              <a:defRPr sz="1600"/>
            </a:lvl6pPr>
            <a:lvl7pPr lvl="6">
              <a:lnSpc>
                <a:spcPct val="100000"/>
              </a:lnSpc>
              <a:spcBef>
                <a:spcPts val="0"/>
              </a:spcBef>
              <a:spcAft>
                <a:spcPts val="0"/>
              </a:spcAft>
              <a:buSzPts val="1600"/>
              <a:buNone/>
              <a:defRPr sz="1600"/>
            </a:lvl7pPr>
            <a:lvl8pPr lvl="7">
              <a:lnSpc>
                <a:spcPct val="100000"/>
              </a:lnSpc>
              <a:spcBef>
                <a:spcPts val="0"/>
              </a:spcBef>
              <a:spcAft>
                <a:spcPts val="0"/>
              </a:spcAft>
              <a:buSzPts val="1600"/>
              <a:buNone/>
              <a:defRPr sz="1600"/>
            </a:lvl8pPr>
            <a:lvl9pPr lvl="8">
              <a:lnSpc>
                <a:spcPct val="100000"/>
              </a:lnSpc>
              <a:spcBef>
                <a:spcPts val="0"/>
              </a:spcBef>
              <a:spcAft>
                <a:spcPts val="0"/>
              </a:spcAft>
              <a:buSzPts val="1600"/>
              <a:buNone/>
              <a:defRPr sz="1600"/>
            </a:lvl9pPr>
          </a:lstStyle>
          <a:p/>
        </p:txBody>
      </p:sp>
      <p:sp>
        <p:nvSpPr>
          <p:cNvPr id="68" name="Google Shape;68;p9"/>
          <p:cNvSpPr txBox="1"/>
          <p:nvPr>
            <p:ph idx="2" type="body"/>
          </p:nvPr>
        </p:nvSpPr>
        <p:spPr>
          <a:xfrm>
            <a:off x="5174225" y="1352625"/>
            <a:ext cx="3374400" cy="30255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69" name="Google Shape;69;p9"/>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0" name="Shape 70"/>
        <p:cNvGrpSpPr/>
        <p:nvPr/>
      </p:nvGrpSpPr>
      <p:grpSpPr>
        <a:xfrm>
          <a:off x="0" y="0"/>
          <a:ext cx="0" cy="0"/>
          <a:chOff x="0" y="0"/>
          <a:chExt cx="0" cy="0"/>
        </a:xfrm>
      </p:grpSpPr>
      <p:sp>
        <p:nvSpPr>
          <p:cNvPr id="71" name="Google Shape;71;p10"/>
          <p:cNvSpPr txBox="1"/>
          <p:nvPr>
            <p:ph idx="1" type="body"/>
          </p:nvPr>
        </p:nvSpPr>
        <p:spPr>
          <a:xfrm>
            <a:off x="724950" y="4372551"/>
            <a:ext cx="7697400" cy="4605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300"/>
              <a:buNone/>
              <a:defRPr/>
            </a:lvl1pPr>
          </a:lstStyle>
          <a:p/>
        </p:txBody>
      </p:sp>
      <p:sp>
        <p:nvSpPr>
          <p:cNvPr id="72" name="Google Shape;72;p10"/>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solidFill>
          <a:schemeClr val="dk1"/>
        </a:solidFill>
      </p:bgPr>
    </p:bg>
    <p:spTree>
      <p:nvGrpSpPr>
        <p:cNvPr id="73" name="Shape 73"/>
        <p:cNvGrpSpPr/>
        <p:nvPr/>
      </p:nvGrpSpPr>
      <p:grpSpPr>
        <a:xfrm>
          <a:off x="0" y="0"/>
          <a:ext cx="0" cy="0"/>
          <a:chOff x="0" y="0"/>
          <a:chExt cx="0" cy="0"/>
        </a:xfrm>
      </p:grpSpPr>
      <p:grpSp>
        <p:nvGrpSpPr>
          <p:cNvPr id="74" name="Google Shape;74;p11"/>
          <p:cNvGrpSpPr/>
          <p:nvPr/>
        </p:nvGrpSpPr>
        <p:grpSpPr>
          <a:xfrm>
            <a:off x="830392" y="4169130"/>
            <a:ext cx="745763" cy="45826"/>
            <a:chOff x="4580561" y="2589004"/>
            <a:chExt cx="1064464" cy="25200"/>
          </a:xfrm>
        </p:grpSpPr>
        <p:sp>
          <p:nvSpPr>
            <p:cNvPr id="75" name="Google Shape;75;p11"/>
            <p:cNvSpPr/>
            <p:nvPr/>
          </p:nvSpPr>
          <p:spPr>
            <a:xfrm rot="-5400000">
              <a:off x="5366325" y="2335504"/>
              <a:ext cx="25200" cy="5322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11"/>
            <p:cNvSpPr/>
            <p:nvPr/>
          </p:nvSpPr>
          <p:spPr>
            <a:xfrm rot="-5400000">
              <a:off x="4836311" y="2333254"/>
              <a:ext cx="25200" cy="5367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7" name="Google Shape;77;p11"/>
          <p:cNvSpPr txBox="1"/>
          <p:nvPr>
            <p:ph hasCustomPrompt="1" type="title"/>
          </p:nvPr>
        </p:nvSpPr>
        <p:spPr>
          <a:xfrm>
            <a:off x="729450" y="733950"/>
            <a:ext cx="7688400" cy="1244700"/>
          </a:xfrm>
          <a:prstGeom prst="rect">
            <a:avLst/>
          </a:prstGeom>
        </p:spPr>
        <p:txBody>
          <a:bodyPr anchorCtr="0" anchor="t" bIns="91425" lIns="91425" spcFirstLastPara="1" rIns="91425" wrap="square" tIns="91425">
            <a:normAutofit/>
          </a:bodyPr>
          <a:lstStyle>
            <a:lvl1pPr lvl="0">
              <a:spcBef>
                <a:spcPts val="0"/>
              </a:spcBef>
              <a:spcAft>
                <a:spcPts val="0"/>
              </a:spcAft>
              <a:buClr>
                <a:schemeClr val="lt1"/>
              </a:buClr>
              <a:buSzPts val="8000"/>
              <a:buNone/>
              <a:defRPr sz="8000">
                <a:solidFill>
                  <a:schemeClr val="lt1"/>
                </a:solidFill>
              </a:defRPr>
            </a:lvl1pPr>
            <a:lvl2pPr lvl="1">
              <a:spcBef>
                <a:spcPts val="0"/>
              </a:spcBef>
              <a:spcAft>
                <a:spcPts val="0"/>
              </a:spcAft>
              <a:buClr>
                <a:schemeClr val="lt1"/>
              </a:buClr>
              <a:buSzPts val="8000"/>
              <a:buNone/>
              <a:defRPr sz="8000">
                <a:solidFill>
                  <a:schemeClr val="lt1"/>
                </a:solidFill>
              </a:defRPr>
            </a:lvl2pPr>
            <a:lvl3pPr lvl="2">
              <a:spcBef>
                <a:spcPts val="0"/>
              </a:spcBef>
              <a:spcAft>
                <a:spcPts val="0"/>
              </a:spcAft>
              <a:buClr>
                <a:schemeClr val="lt1"/>
              </a:buClr>
              <a:buSzPts val="8000"/>
              <a:buNone/>
              <a:defRPr sz="8000">
                <a:solidFill>
                  <a:schemeClr val="lt1"/>
                </a:solidFill>
              </a:defRPr>
            </a:lvl3pPr>
            <a:lvl4pPr lvl="3">
              <a:spcBef>
                <a:spcPts val="0"/>
              </a:spcBef>
              <a:spcAft>
                <a:spcPts val="0"/>
              </a:spcAft>
              <a:buClr>
                <a:schemeClr val="lt1"/>
              </a:buClr>
              <a:buSzPts val="8000"/>
              <a:buNone/>
              <a:defRPr sz="8000">
                <a:solidFill>
                  <a:schemeClr val="lt1"/>
                </a:solidFill>
              </a:defRPr>
            </a:lvl4pPr>
            <a:lvl5pPr lvl="4">
              <a:spcBef>
                <a:spcPts val="0"/>
              </a:spcBef>
              <a:spcAft>
                <a:spcPts val="0"/>
              </a:spcAft>
              <a:buClr>
                <a:schemeClr val="lt1"/>
              </a:buClr>
              <a:buSzPts val="8000"/>
              <a:buNone/>
              <a:defRPr sz="8000">
                <a:solidFill>
                  <a:schemeClr val="lt1"/>
                </a:solidFill>
              </a:defRPr>
            </a:lvl5pPr>
            <a:lvl6pPr lvl="5">
              <a:spcBef>
                <a:spcPts val="0"/>
              </a:spcBef>
              <a:spcAft>
                <a:spcPts val="0"/>
              </a:spcAft>
              <a:buClr>
                <a:schemeClr val="lt1"/>
              </a:buClr>
              <a:buSzPts val="8000"/>
              <a:buNone/>
              <a:defRPr sz="8000">
                <a:solidFill>
                  <a:schemeClr val="lt1"/>
                </a:solidFill>
              </a:defRPr>
            </a:lvl6pPr>
            <a:lvl7pPr lvl="6">
              <a:spcBef>
                <a:spcPts val="0"/>
              </a:spcBef>
              <a:spcAft>
                <a:spcPts val="0"/>
              </a:spcAft>
              <a:buClr>
                <a:schemeClr val="lt1"/>
              </a:buClr>
              <a:buSzPts val="8000"/>
              <a:buNone/>
              <a:defRPr sz="8000">
                <a:solidFill>
                  <a:schemeClr val="lt1"/>
                </a:solidFill>
              </a:defRPr>
            </a:lvl7pPr>
            <a:lvl8pPr lvl="7">
              <a:spcBef>
                <a:spcPts val="0"/>
              </a:spcBef>
              <a:spcAft>
                <a:spcPts val="0"/>
              </a:spcAft>
              <a:buClr>
                <a:schemeClr val="lt1"/>
              </a:buClr>
              <a:buSzPts val="8000"/>
              <a:buNone/>
              <a:defRPr sz="8000">
                <a:solidFill>
                  <a:schemeClr val="lt1"/>
                </a:solidFill>
              </a:defRPr>
            </a:lvl8pPr>
            <a:lvl9pPr lvl="8">
              <a:spcBef>
                <a:spcPts val="0"/>
              </a:spcBef>
              <a:spcAft>
                <a:spcPts val="0"/>
              </a:spcAft>
              <a:buClr>
                <a:schemeClr val="lt1"/>
              </a:buClr>
              <a:buSzPts val="8000"/>
              <a:buNone/>
              <a:defRPr sz="8000">
                <a:solidFill>
                  <a:schemeClr val="lt1"/>
                </a:solidFill>
              </a:defRPr>
            </a:lvl9pPr>
          </a:lstStyle>
          <a:p>
            <a:r>
              <a:t>xx%</a:t>
            </a:r>
          </a:p>
        </p:txBody>
      </p:sp>
      <p:sp>
        <p:nvSpPr>
          <p:cNvPr id="78" name="Google Shape;78;p11"/>
          <p:cNvSpPr txBox="1"/>
          <p:nvPr>
            <p:ph idx="1" type="body"/>
          </p:nvPr>
        </p:nvSpPr>
        <p:spPr>
          <a:xfrm>
            <a:off x="729450" y="2272888"/>
            <a:ext cx="7688400" cy="15804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Clr>
                <a:schemeClr val="lt1"/>
              </a:buClr>
              <a:buSzPts val="1300"/>
              <a:buChar char="●"/>
              <a:defRPr>
                <a:solidFill>
                  <a:schemeClr val="lt1"/>
                </a:solidFill>
              </a:defRPr>
            </a:lvl1pPr>
            <a:lvl2pPr indent="-298450" lvl="1" marL="914400">
              <a:spcBef>
                <a:spcPts val="0"/>
              </a:spcBef>
              <a:spcAft>
                <a:spcPts val="0"/>
              </a:spcAft>
              <a:buClr>
                <a:schemeClr val="lt1"/>
              </a:buClr>
              <a:buSzPts val="1100"/>
              <a:buChar char="○"/>
              <a:defRPr>
                <a:solidFill>
                  <a:schemeClr val="lt1"/>
                </a:solidFill>
              </a:defRPr>
            </a:lvl2pPr>
            <a:lvl3pPr indent="-298450" lvl="2" marL="1371600">
              <a:spcBef>
                <a:spcPts val="0"/>
              </a:spcBef>
              <a:spcAft>
                <a:spcPts val="0"/>
              </a:spcAft>
              <a:buClr>
                <a:schemeClr val="lt1"/>
              </a:buClr>
              <a:buSzPts val="1100"/>
              <a:buChar char="■"/>
              <a:defRPr>
                <a:solidFill>
                  <a:schemeClr val="lt1"/>
                </a:solidFill>
              </a:defRPr>
            </a:lvl3pPr>
            <a:lvl4pPr indent="-298450" lvl="3" marL="1828800">
              <a:spcBef>
                <a:spcPts val="0"/>
              </a:spcBef>
              <a:spcAft>
                <a:spcPts val="0"/>
              </a:spcAft>
              <a:buClr>
                <a:schemeClr val="lt1"/>
              </a:buClr>
              <a:buSzPts val="1100"/>
              <a:buChar char="●"/>
              <a:defRPr>
                <a:solidFill>
                  <a:schemeClr val="lt1"/>
                </a:solidFill>
              </a:defRPr>
            </a:lvl4pPr>
            <a:lvl5pPr indent="-298450" lvl="4" marL="2286000">
              <a:spcBef>
                <a:spcPts val="0"/>
              </a:spcBef>
              <a:spcAft>
                <a:spcPts val="0"/>
              </a:spcAft>
              <a:buClr>
                <a:schemeClr val="lt1"/>
              </a:buClr>
              <a:buSzPts val="1100"/>
              <a:buChar char="○"/>
              <a:defRPr>
                <a:solidFill>
                  <a:schemeClr val="lt1"/>
                </a:solidFill>
              </a:defRPr>
            </a:lvl5pPr>
            <a:lvl6pPr indent="-298450" lvl="5" marL="2743200">
              <a:spcBef>
                <a:spcPts val="0"/>
              </a:spcBef>
              <a:spcAft>
                <a:spcPts val="0"/>
              </a:spcAft>
              <a:buClr>
                <a:schemeClr val="lt1"/>
              </a:buClr>
              <a:buSzPts val="1100"/>
              <a:buChar char="■"/>
              <a:defRPr>
                <a:solidFill>
                  <a:schemeClr val="lt1"/>
                </a:solidFill>
              </a:defRPr>
            </a:lvl6pPr>
            <a:lvl7pPr indent="-298450" lvl="6" marL="3200400">
              <a:spcBef>
                <a:spcPts val="0"/>
              </a:spcBef>
              <a:spcAft>
                <a:spcPts val="0"/>
              </a:spcAft>
              <a:buClr>
                <a:schemeClr val="lt1"/>
              </a:buClr>
              <a:buSzPts val="1100"/>
              <a:buChar char="●"/>
              <a:defRPr>
                <a:solidFill>
                  <a:schemeClr val="lt1"/>
                </a:solidFill>
              </a:defRPr>
            </a:lvl7pPr>
            <a:lvl8pPr indent="-298450" lvl="7" marL="3657600">
              <a:spcBef>
                <a:spcPts val="0"/>
              </a:spcBef>
              <a:spcAft>
                <a:spcPts val="0"/>
              </a:spcAft>
              <a:buClr>
                <a:schemeClr val="lt1"/>
              </a:buClr>
              <a:buSzPts val="1100"/>
              <a:buChar char="○"/>
              <a:defRPr>
                <a:solidFill>
                  <a:schemeClr val="lt1"/>
                </a:solidFill>
              </a:defRPr>
            </a:lvl8pPr>
            <a:lvl9pPr indent="-298450" lvl="8" marL="4114800">
              <a:spcBef>
                <a:spcPts val="0"/>
              </a:spcBef>
              <a:spcAft>
                <a:spcPts val="0"/>
              </a:spcAft>
              <a:buClr>
                <a:schemeClr val="lt1"/>
              </a:buClr>
              <a:buSzPts val="1100"/>
              <a:buChar char="■"/>
              <a:defRPr>
                <a:solidFill>
                  <a:schemeClr val="lt1"/>
                </a:solidFill>
              </a:defRPr>
            </a:lvl9pPr>
          </a:lstStyle>
          <a:p/>
        </p:txBody>
      </p:sp>
      <p:sp>
        <p:nvSpPr>
          <p:cNvPr id="79" name="Google Shape;79;p11"/>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80" name="Shape 80"/>
        <p:cNvGrpSpPr/>
        <p:nvPr/>
      </p:nvGrpSpPr>
      <p:grpSpPr>
        <a:xfrm>
          <a:off x="0" y="0"/>
          <a:ext cx="0" cy="0"/>
          <a:chOff x="0" y="0"/>
          <a:chExt cx="0" cy="0"/>
        </a:xfrm>
      </p:grpSpPr>
      <p:sp>
        <p:nvSpPr>
          <p:cNvPr id="81" name="Google Shape;81;p12"/>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treamline">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2"/>
              </a:buClr>
              <a:buSzPts val="2800"/>
              <a:buFont typeface="Raleway"/>
              <a:buNone/>
              <a:defRPr b="1" sz="2800">
                <a:solidFill>
                  <a:schemeClr val="dk2"/>
                </a:solidFill>
                <a:latin typeface="Raleway"/>
                <a:ea typeface="Raleway"/>
                <a:cs typeface="Raleway"/>
                <a:sym typeface="Raleway"/>
              </a:defRPr>
            </a:lvl1pPr>
            <a:lvl2pPr lvl="1">
              <a:spcBef>
                <a:spcPts val="0"/>
              </a:spcBef>
              <a:spcAft>
                <a:spcPts val="0"/>
              </a:spcAft>
              <a:buClr>
                <a:schemeClr val="dk2"/>
              </a:buClr>
              <a:buSzPts val="2800"/>
              <a:buFont typeface="Raleway"/>
              <a:buNone/>
              <a:defRPr b="1" sz="2800">
                <a:solidFill>
                  <a:schemeClr val="dk2"/>
                </a:solidFill>
                <a:latin typeface="Raleway"/>
                <a:ea typeface="Raleway"/>
                <a:cs typeface="Raleway"/>
                <a:sym typeface="Raleway"/>
              </a:defRPr>
            </a:lvl2pPr>
            <a:lvl3pPr lvl="2">
              <a:spcBef>
                <a:spcPts val="0"/>
              </a:spcBef>
              <a:spcAft>
                <a:spcPts val="0"/>
              </a:spcAft>
              <a:buClr>
                <a:schemeClr val="dk2"/>
              </a:buClr>
              <a:buSzPts val="2800"/>
              <a:buFont typeface="Raleway"/>
              <a:buNone/>
              <a:defRPr b="1" sz="2800">
                <a:solidFill>
                  <a:schemeClr val="dk2"/>
                </a:solidFill>
                <a:latin typeface="Raleway"/>
                <a:ea typeface="Raleway"/>
                <a:cs typeface="Raleway"/>
                <a:sym typeface="Raleway"/>
              </a:defRPr>
            </a:lvl3pPr>
            <a:lvl4pPr lvl="3">
              <a:spcBef>
                <a:spcPts val="0"/>
              </a:spcBef>
              <a:spcAft>
                <a:spcPts val="0"/>
              </a:spcAft>
              <a:buClr>
                <a:schemeClr val="dk2"/>
              </a:buClr>
              <a:buSzPts val="2800"/>
              <a:buFont typeface="Raleway"/>
              <a:buNone/>
              <a:defRPr b="1" sz="2800">
                <a:solidFill>
                  <a:schemeClr val="dk2"/>
                </a:solidFill>
                <a:latin typeface="Raleway"/>
                <a:ea typeface="Raleway"/>
                <a:cs typeface="Raleway"/>
                <a:sym typeface="Raleway"/>
              </a:defRPr>
            </a:lvl4pPr>
            <a:lvl5pPr lvl="4">
              <a:spcBef>
                <a:spcPts val="0"/>
              </a:spcBef>
              <a:spcAft>
                <a:spcPts val="0"/>
              </a:spcAft>
              <a:buClr>
                <a:schemeClr val="dk2"/>
              </a:buClr>
              <a:buSzPts val="2800"/>
              <a:buFont typeface="Raleway"/>
              <a:buNone/>
              <a:defRPr b="1" sz="2800">
                <a:solidFill>
                  <a:schemeClr val="dk2"/>
                </a:solidFill>
                <a:latin typeface="Raleway"/>
                <a:ea typeface="Raleway"/>
                <a:cs typeface="Raleway"/>
                <a:sym typeface="Raleway"/>
              </a:defRPr>
            </a:lvl5pPr>
            <a:lvl6pPr lvl="5">
              <a:spcBef>
                <a:spcPts val="0"/>
              </a:spcBef>
              <a:spcAft>
                <a:spcPts val="0"/>
              </a:spcAft>
              <a:buClr>
                <a:schemeClr val="dk2"/>
              </a:buClr>
              <a:buSzPts val="2800"/>
              <a:buFont typeface="Raleway"/>
              <a:buNone/>
              <a:defRPr b="1" sz="2800">
                <a:solidFill>
                  <a:schemeClr val="dk2"/>
                </a:solidFill>
                <a:latin typeface="Raleway"/>
                <a:ea typeface="Raleway"/>
                <a:cs typeface="Raleway"/>
                <a:sym typeface="Raleway"/>
              </a:defRPr>
            </a:lvl6pPr>
            <a:lvl7pPr lvl="6">
              <a:spcBef>
                <a:spcPts val="0"/>
              </a:spcBef>
              <a:spcAft>
                <a:spcPts val="0"/>
              </a:spcAft>
              <a:buClr>
                <a:schemeClr val="dk2"/>
              </a:buClr>
              <a:buSzPts val="2800"/>
              <a:buFont typeface="Raleway"/>
              <a:buNone/>
              <a:defRPr b="1" sz="2800">
                <a:solidFill>
                  <a:schemeClr val="dk2"/>
                </a:solidFill>
                <a:latin typeface="Raleway"/>
                <a:ea typeface="Raleway"/>
                <a:cs typeface="Raleway"/>
                <a:sym typeface="Raleway"/>
              </a:defRPr>
            </a:lvl7pPr>
            <a:lvl8pPr lvl="7">
              <a:spcBef>
                <a:spcPts val="0"/>
              </a:spcBef>
              <a:spcAft>
                <a:spcPts val="0"/>
              </a:spcAft>
              <a:buClr>
                <a:schemeClr val="dk2"/>
              </a:buClr>
              <a:buSzPts val="2800"/>
              <a:buFont typeface="Raleway"/>
              <a:buNone/>
              <a:defRPr b="1" sz="2800">
                <a:solidFill>
                  <a:schemeClr val="dk2"/>
                </a:solidFill>
                <a:latin typeface="Raleway"/>
                <a:ea typeface="Raleway"/>
                <a:cs typeface="Raleway"/>
                <a:sym typeface="Raleway"/>
              </a:defRPr>
            </a:lvl8pPr>
            <a:lvl9pPr lvl="8">
              <a:spcBef>
                <a:spcPts val="0"/>
              </a:spcBef>
              <a:spcAft>
                <a:spcPts val="0"/>
              </a:spcAft>
              <a:buClr>
                <a:schemeClr val="dk2"/>
              </a:buClr>
              <a:buSzPts val="2800"/>
              <a:buFont typeface="Raleway"/>
              <a:buNone/>
              <a:defRPr b="1" sz="2800">
                <a:solidFill>
                  <a:schemeClr val="dk2"/>
                </a:solidFill>
                <a:latin typeface="Raleway"/>
                <a:ea typeface="Raleway"/>
                <a:cs typeface="Raleway"/>
                <a:sym typeface="Raleway"/>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11150" lvl="0" marL="457200">
              <a:lnSpc>
                <a:spcPct val="115000"/>
              </a:lnSpc>
              <a:spcBef>
                <a:spcPts val="0"/>
              </a:spcBef>
              <a:spcAft>
                <a:spcPts val="0"/>
              </a:spcAft>
              <a:buClr>
                <a:schemeClr val="accent1"/>
              </a:buClr>
              <a:buSzPts val="1300"/>
              <a:buFont typeface="Lato"/>
              <a:buChar char="●"/>
              <a:defRPr sz="1300">
                <a:solidFill>
                  <a:schemeClr val="accent1"/>
                </a:solidFill>
                <a:latin typeface="Lato"/>
                <a:ea typeface="Lato"/>
                <a:cs typeface="Lato"/>
                <a:sym typeface="Lato"/>
              </a:defRPr>
            </a:lvl1pPr>
            <a:lvl2pPr indent="-298450" lvl="1" marL="91440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2pPr>
            <a:lvl3pPr indent="-298450" lvl="2" marL="137160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3pPr>
            <a:lvl4pPr indent="-298450" lvl="3" marL="182880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4pPr>
            <a:lvl5pPr indent="-298450" lvl="4" marL="228600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5pPr>
            <a:lvl6pPr indent="-298450" lvl="5" marL="274320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6pPr>
            <a:lvl7pPr indent="-298450" lvl="6" marL="320040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7pPr>
            <a:lvl8pPr indent="-298450" lvl="7" marL="365760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8pPr>
            <a:lvl9pPr indent="-298450" lvl="8" marL="411480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9pPr>
          </a:lstStyle>
          <a:p/>
        </p:txBody>
      </p:sp>
      <p:sp>
        <p:nvSpPr>
          <p:cNvPr id="8" name="Google Shape;8;p1"/>
          <p:cNvSpPr txBox="1"/>
          <p:nvPr>
            <p:ph idx="12" type="sldNum"/>
          </p:nvPr>
        </p:nvSpPr>
        <p:spPr>
          <a:xfrm>
            <a:off x="8536302" y="4749851"/>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accent1"/>
                </a:solidFill>
                <a:latin typeface="Lato"/>
                <a:ea typeface="Lato"/>
                <a:cs typeface="Lato"/>
                <a:sym typeface="Lato"/>
              </a:defRPr>
            </a:lvl1pPr>
            <a:lvl2pPr lvl="1" algn="r">
              <a:buNone/>
              <a:defRPr sz="1000">
                <a:solidFill>
                  <a:schemeClr val="accent1"/>
                </a:solidFill>
                <a:latin typeface="Lato"/>
                <a:ea typeface="Lato"/>
                <a:cs typeface="Lato"/>
                <a:sym typeface="Lato"/>
              </a:defRPr>
            </a:lvl2pPr>
            <a:lvl3pPr lvl="2" algn="r">
              <a:buNone/>
              <a:defRPr sz="1000">
                <a:solidFill>
                  <a:schemeClr val="accent1"/>
                </a:solidFill>
                <a:latin typeface="Lato"/>
                <a:ea typeface="Lato"/>
                <a:cs typeface="Lato"/>
                <a:sym typeface="Lato"/>
              </a:defRPr>
            </a:lvl3pPr>
            <a:lvl4pPr lvl="3" algn="r">
              <a:buNone/>
              <a:defRPr sz="1000">
                <a:solidFill>
                  <a:schemeClr val="accent1"/>
                </a:solidFill>
                <a:latin typeface="Lato"/>
                <a:ea typeface="Lato"/>
                <a:cs typeface="Lato"/>
                <a:sym typeface="Lato"/>
              </a:defRPr>
            </a:lvl4pPr>
            <a:lvl5pPr lvl="4" algn="r">
              <a:buNone/>
              <a:defRPr sz="1000">
                <a:solidFill>
                  <a:schemeClr val="accent1"/>
                </a:solidFill>
                <a:latin typeface="Lato"/>
                <a:ea typeface="Lato"/>
                <a:cs typeface="Lato"/>
                <a:sym typeface="Lato"/>
              </a:defRPr>
            </a:lvl5pPr>
            <a:lvl6pPr lvl="5" algn="r">
              <a:buNone/>
              <a:defRPr sz="1000">
                <a:solidFill>
                  <a:schemeClr val="accent1"/>
                </a:solidFill>
                <a:latin typeface="Lato"/>
                <a:ea typeface="Lato"/>
                <a:cs typeface="Lato"/>
                <a:sym typeface="Lato"/>
              </a:defRPr>
            </a:lvl6pPr>
            <a:lvl7pPr lvl="6" algn="r">
              <a:buNone/>
              <a:defRPr sz="1000">
                <a:solidFill>
                  <a:schemeClr val="accent1"/>
                </a:solidFill>
                <a:latin typeface="Lato"/>
                <a:ea typeface="Lato"/>
                <a:cs typeface="Lato"/>
                <a:sym typeface="Lato"/>
              </a:defRPr>
            </a:lvl7pPr>
            <a:lvl8pPr lvl="7" algn="r">
              <a:buNone/>
              <a:defRPr sz="1000">
                <a:solidFill>
                  <a:schemeClr val="accent1"/>
                </a:solidFill>
                <a:latin typeface="Lato"/>
                <a:ea typeface="Lato"/>
                <a:cs typeface="Lato"/>
                <a:sym typeface="Lato"/>
              </a:defRPr>
            </a:lvl8pPr>
            <a:lvl9pPr lvl="8" algn="r">
              <a:buNone/>
              <a:defRPr sz="1000">
                <a:solidFill>
                  <a:schemeClr val="accen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0.png"/><Relationship Id="rId5"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5.png"/><Relationship Id="rId5" Type="http://schemas.openxmlformats.org/officeDocument/2006/relationships/image" Target="../media/image2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9.png"/><Relationship Id="rId5" Type="http://schemas.openxmlformats.org/officeDocument/2006/relationships/image" Target="../media/image2.png"/><Relationship Id="rId6" Type="http://schemas.openxmlformats.org/officeDocument/2006/relationships/image" Target="../media/image10.png"/><Relationship Id="rId7"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4.png"/><Relationship Id="rId5" Type="http://schemas.openxmlformats.org/officeDocument/2006/relationships/image" Target="../media/image16.png"/><Relationship Id="rId6"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6.png"/><Relationship Id="rId10" Type="http://schemas.openxmlformats.org/officeDocument/2006/relationships/image" Target="../media/image15.png"/><Relationship Id="rId9" Type="http://schemas.openxmlformats.org/officeDocument/2006/relationships/image" Target="../media/image17.png"/><Relationship Id="rId5" Type="http://schemas.openxmlformats.org/officeDocument/2006/relationships/image" Target="../media/image21.png"/><Relationship Id="rId6" Type="http://schemas.openxmlformats.org/officeDocument/2006/relationships/image" Target="../media/image11.png"/><Relationship Id="rId7" Type="http://schemas.openxmlformats.org/officeDocument/2006/relationships/image" Target="../media/image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image" Target="../media/image8.png"/><Relationship Id="rId5" Type="http://schemas.openxmlformats.org/officeDocument/2006/relationships/image" Target="../media/image12.png"/><Relationship Id="rId6"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3"/>
          <p:cNvSpPr txBox="1"/>
          <p:nvPr>
            <p:ph type="ctrTitle"/>
          </p:nvPr>
        </p:nvSpPr>
        <p:spPr>
          <a:xfrm>
            <a:off x="2595125" y="1322450"/>
            <a:ext cx="5822400" cy="1664700"/>
          </a:xfrm>
          <a:prstGeom prst="rect">
            <a:avLst/>
          </a:prstGeom>
        </p:spPr>
        <p:txBody>
          <a:bodyPr anchorCtr="0" anchor="t" bIns="91425" lIns="91425" spcFirstLastPara="1" rIns="91425" wrap="square" tIns="91425">
            <a:normAutofit fontScale="90000"/>
          </a:bodyPr>
          <a:lstStyle/>
          <a:p>
            <a:pPr indent="0" lvl="0" marL="0" rtl="0" algn="l">
              <a:lnSpc>
                <a:spcPct val="135714"/>
              </a:lnSpc>
              <a:spcBef>
                <a:spcPts val="0"/>
              </a:spcBef>
              <a:spcAft>
                <a:spcPts val="0"/>
              </a:spcAft>
              <a:buNone/>
            </a:pPr>
            <a:r>
              <a:rPr lang="es"/>
              <a:t>Proyecto Capstone:</a:t>
            </a:r>
            <a:endParaRPr/>
          </a:p>
          <a:p>
            <a:pPr indent="0" lvl="0" marL="0" rtl="0" algn="l">
              <a:lnSpc>
                <a:spcPct val="135714"/>
              </a:lnSpc>
              <a:spcBef>
                <a:spcPts val="0"/>
              </a:spcBef>
              <a:spcAft>
                <a:spcPts val="0"/>
              </a:spcAft>
              <a:buNone/>
            </a:pPr>
            <a:r>
              <a:rPr lang="es"/>
              <a:t>Bug Hunter</a:t>
            </a:r>
            <a:endParaRPr/>
          </a:p>
        </p:txBody>
      </p:sp>
      <p:sp>
        <p:nvSpPr>
          <p:cNvPr id="87" name="Google Shape;87;p13"/>
          <p:cNvSpPr txBox="1"/>
          <p:nvPr>
            <p:ph idx="1" type="subTitle"/>
          </p:nvPr>
        </p:nvSpPr>
        <p:spPr>
          <a:xfrm>
            <a:off x="6994650" y="3593750"/>
            <a:ext cx="1928700" cy="1339200"/>
          </a:xfrm>
          <a:prstGeom prst="rect">
            <a:avLst/>
          </a:prstGeom>
        </p:spPr>
        <p:txBody>
          <a:bodyPr anchorCtr="0" anchor="t" bIns="91425" lIns="91425" spcFirstLastPara="1" rIns="91425" wrap="square" tIns="91425">
            <a:normAutofit fontScale="92500"/>
          </a:bodyPr>
          <a:lstStyle/>
          <a:p>
            <a:pPr indent="0" lvl="0" marL="0" rtl="0" algn="l">
              <a:spcBef>
                <a:spcPts val="0"/>
              </a:spcBef>
              <a:spcAft>
                <a:spcPts val="0"/>
              </a:spcAft>
              <a:buNone/>
            </a:pPr>
            <a:r>
              <a:rPr lang="es"/>
              <a:t>Integrantes: </a:t>
            </a:r>
            <a:endParaRPr/>
          </a:p>
          <a:p>
            <a:pPr indent="0" lvl="0" marL="0" rtl="0" algn="l">
              <a:spcBef>
                <a:spcPts val="0"/>
              </a:spcBef>
              <a:spcAft>
                <a:spcPts val="0"/>
              </a:spcAft>
              <a:buNone/>
            </a:pPr>
            <a:r>
              <a:rPr lang="es"/>
              <a:t>Martín Andrés Salas</a:t>
            </a:r>
            <a:endParaRPr/>
          </a:p>
          <a:p>
            <a:pPr indent="0" lvl="0" marL="0" rtl="0" algn="l">
              <a:spcBef>
                <a:spcPts val="0"/>
              </a:spcBef>
              <a:spcAft>
                <a:spcPts val="0"/>
              </a:spcAft>
              <a:buNone/>
            </a:pPr>
            <a:r>
              <a:rPr lang="es"/>
              <a:t>Martín Pero Cordero</a:t>
            </a:r>
            <a:endParaRPr/>
          </a:p>
          <a:p>
            <a:pPr indent="0" lvl="0" marL="0" rtl="0" algn="l">
              <a:spcBef>
                <a:spcPts val="0"/>
              </a:spcBef>
              <a:spcAft>
                <a:spcPts val="0"/>
              </a:spcAft>
              <a:buNone/>
            </a:pPr>
            <a:r>
              <a:t/>
            </a:r>
            <a:endParaRPr/>
          </a:p>
        </p:txBody>
      </p:sp>
      <p:pic>
        <p:nvPicPr>
          <p:cNvPr id="88" name="Google Shape;88;p13"/>
          <p:cNvPicPr preferRelativeResize="0"/>
          <p:nvPr/>
        </p:nvPicPr>
        <p:blipFill>
          <a:blip r:embed="rId3">
            <a:alphaModFix/>
          </a:blip>
          <a:stretch>
            <a:fillRect/>
          </a:stretch>
        </p:blipFill>
        <p:spPr>
          <a:xfrm>
            <a:off x="7147725" y="0"/>
            <a:ext cx="1996274" cy="490750"/>
          </a:xfrm>
          <a:prstGeom prst="rect">
            <a:avLst/>
          </a:prstGeom>
          <a:noFill/>
          <a:ln>
            <a:noFill/>
          </a:ln>
        </p:spPr>
      </p:pic>
      <p:pic>
        <p:nvPicPr>
          <p:cNvPr id="89" name="Google Shape;89;p13"/>
          <p:cNvPicPr preferRelativeResize="0"/>
          <p:nvPr/>
        </p:nvPicPr>
        <p:blipFill>
          <a:blip r:embed="rId4">
            <a:alphaModFix/>
          </a:blip>
          <a:stretch>
            <a:fillRect/>
          </a:stretch>
        </p:blipFill>
        <p:spPr>
          <a:xfrm>
            <a:off x="729450" y="1362500"/>
            <a:ext cx="1664700" cy="16647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 name="Shape 93"/>
        <p:cNvGrpSpPr/>
        <p:nvPr/>
      </p:nvGrpSpPr>
      <p:grpSpPr>
        <a:xfrm>
          <a:off x="0" y="0"/>
          <a:ext cx="0" cy="0"/>
          <a:chOff x="0" y="0"/>
          <a:chExt cx="0" cy="0"/>
        </a:xfrm>
      </p:grpSpPr>
      <p:sp>
        <p:nvSpPr>
          <p:cNvPr id="94" name="Google Shape;94;p14"/>
          <p:cNvSpPr txBox="1"/>
          <p:nvPr>
            <p:ph type="title"/>
          </p:nvPr>
        </p:nvSpPr>
        <p:spPr>
          <a:xfrm>
            <a:off x="727650" y="756000"/>
            <a:ext cx="7688700" cy="5352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
              <a:t>Índice 	</a:t>
            </a:r>
            <a:endParaRPr/>
          </a:p>
          <a:p>
            <a:pPr indent="0" lvl="0" marL="0" rtl="0" algn="l">
              <a:spcBef>
                <a:spcPts val="0"/>
              </a:spcBef>
              <a:spcAft>
                <a:spcPts val="0"/>
              </a:spcAft>
              <a:buNone/>
            </a:pPr>
            <a:r>
              <a:t/>
            </a:r>
            <a:endParaRPr/>
          </a:p>
        </p:txBody>
      </p:sp>
      <p:sp>
        <p:nvSpPr>
          <p:cNvPr id="95" name="Google Shape;95;p14"/>
          <p:cNvSpPr txBox="1"/>
          <p:nvPr>
            <p:ph idx="1" type="body"/>
          </p:nvPr>
        </p:nvSpPr>
        <p:spPr>
          <a:xfrm>
            <a:off x="727650" y="1330725"/>
            <a:ext cx="7688700" cy="3407400"/>
          </a:xfrm>
          <a:prstGeom prst="rect">
            <a:avLst/>
          </a:prstGeom>
        </p:spPr>
        <p:txBody>
          <a:bodyPr anchorCtr="0" anchor="t" bIns="91425" lIns="91425" spcFirstLastPara="1" rIns="91425" wrap="square" tIns="91425">
            <a:normAutofit fontScale="25000" lnSpcReduction="10000"/>
          </a:bodyPr>
          <a:lstStyle/>
          <a:p>
            <a:pPr indent="-332236" lvl="0" marL="457200" rtl="0" algn="l">
              <a:lnSpc>
                <a:spcPct val="100000"/>
              </a:lnSpc>
              <a:spcBef>
                <a:spcPts val="1000"/>
              </a:spcBef>
              <a:spcAft>
                <a:spcPts val="0"/>
              </a:spcAft>
              <a:buSzPct val="100000"/>
              <a:buChar char="●"/>
            </a:pPr>
            <a:r>
              <a:rPr lang="es" sz="6528"/>
              <a:t>Introducción</a:t>
            </a:r>
            <a:endParaRPr sz="6528"/>
          </a:p>
          <a:p>
            <a:pPr indent="-332236" lvl="0" marL="457200" rtl="0" algn="l">
              <a:lnSpc>
                <a:spcPct val="100000"/>
              </a:lnSpc>
              <a:spcBef>
                <a:spcPts val="0"/>
              </a:spcBef>
              <a:spcAft>
                <a:spcPts val="0"/>
              </a:spcAft>
              <a:buSzPct val="100000"/>
              <a:buChar char="●"/>
            </a:pPr>
            <a:r>
              <a:rPr lang="es" sz="6528"/>
              <a:t>Contexto</a:t>
            </a:r>
            <a:endParaRPr sz="6528"/>
          </a:p>
          <a:p>
            <a:pPr indent="-332236" lvl="0" marL="457200" rtl="0" algn="l">
              <a:lnSpc>
                <a:spcPct val="100000"/>
              </a:lnSpc>
              <a:spcBef>
                <a:spcPts val="0"/>
              </a:spcBef>
              <a:spcAft>
                <a:spcPts val="0"/>
              </a:spcAft>
              <a:buSzPct val="100000"/>
              <a:buChar char="●"/>
            </a:pPr>
            <a:r>
              <a:rPr lang="es" sz="6528"/>
              <a:t>Problemática</a:t>
            </a:r>
            <a:endParaRPr sz="6528"/>
          </a:p>
          <a:p>
            <a:pPr indent="-332236" lvl="0" marL="457200" rtl="0" algn="l">
              <a:lnSpc>
                <a:spcPct val="100000"/>
              </a:lnSpc>
              <a:spcBef>
                <a:spcPts val="0"/>
              </a:spcBef>
              <a:spcAft>
                <a:spcPts val="0"/>
              </a:spcAft>
              <a:buSzPct val="100000"/>
              <a:buChar char="●"/>
            </a:pPr>
            <a:r>
              <a:rPr lang="es" sz="6528"/>
              <a:t>Solución</a:t>
            </a:r>
            <a:endParaRPr sz="6528"/>
          </a:p>
          <a:p>
            <a:pPr indent="-332236" lvl="0" marL="457200" rtl="0" algn="l">
              <a:lnSpc>
                <a:spcPct val="100000"/>
              </a:lnSpc>
              <a:spcBef>
                <a:spcPts val="0"/>
              </a:spcBef>
              <a:spcAft>
                <a:spcPts val="0"/>
              </a:spcAft>
              <a:buSzPct val="100000"/>
              <a:buChar char="●"/>
            </a:pPr>
            <a:r>
              <a:rPr lang="es" sz="6528"/>
              <a:t>Metodología/Plan/Roles</a:t>
            </a:r>
            <a:endParaRPr sz="6528"/>
          </a:p>
          <a:p>
            <a:pPr indent="-332236" lvl="0" marL="457200" rtl="0" algn="l">
              <a:lnSpc>
                <a:spcPct val="100000"/>
              </a:lnSpc>
              <a:spcBef>
                <a:spcPts val="0"/>
              </a:spcBef>
              <a:spcAft>
                <a:spcPts val="0"/>
              </a:spcAft>
              <a:buSzPct val="100000"/>
              <a:buChar char="●"/>
            </a:pPr>
            <a:r>
              <a:rPr lang="es" sz="6528"/>
              <a:t>Mapa Tecnológico/Arquitectura</a:t>
            </a:r>
            <a:endParaRPr sz="6528"/>
          </a:p>
          <a:p>
            <a:pPr indent="-332236" lvl="0" marL="457200" rtl="0" algn="l">
              <a:lnSpc>
                <a:spcPct val="100000"/>
              </a:lnSpc>
              <a:spcBef>
                <a:spcPts val="0"/>
              </a:spcBef>
              <a:spcAft>
                <a:spcPts val="0"/>
              </a:spcAft>
              <a:buSzPct val="100000"/>
              <a:buChar char="●"/>
            </a:pPr>
            <a:r>
              <a:rPr lang="es" sz="6528"/>
              <a:t>Competencias</a:t>
            </a:r>
            <a:endParaRPr sz="6528"/>
          </a:p>
          <a:p>
            <a:pPr indent="-332236" lvl="0" marL="457200" rtl="0" algn="l">
              <a:lnSpc>
                <a:spcPct val="100000"/>
              </a:lnSpc>
              <a:spcBef>
                <a:spcPts val="0"/>
              </a:spcBef>
              <a:spcAft>
                <a:spcPts val="0"/>
              </a:spcAft>
              <a:buSzPct val="100000"/>
              <a:buChar char="●"/>
            </a:pPr>
            <a:r>
              <a:rPr lang="es" sz="6528"/>
              <a:t>Riesgos</a:t>
            </a:r>
            <a:endParaRPr sz="6528"/>
          </a:p>
          <a:p>
            <a:pPr indent="-332236" lvl="0" marL="457200" rtl="0" algn="l">
              <a:lnSpc>
                <a:spcPct val="100000"/>
              </a:lnSpc>
              <a:spcBef>
                <a:spcPts val="0"/>
              </a:spcBef>
              <a:spcAft>
                <a:spcPts val="0"/>
              </a:spcAft>
              <a:buSzPct val="100000"/>
              <a:buChar char="●"/>
            </a:pPr>
            <a:r>
              <a:rPr lang="es" sz="6528"/>
              <a:t>Seguridad</a:t>
            </a:r>
            <a:endParaRPr sz="6528"/>
          </a:p>
          <a:p>
            <a:pPr indent="-332236" lvl="0" marL="457200" rtl="0" algn="l">
              <a:lnSpc>
                <a:spcPct val="100000"/>
              </a:lnSpc>
              <a:spcBef>
                <a:spcPts val="0"/>
              </a:spcBef>
              <a:spcAft>
                <a:spcPts val="0"/>
              </a:spcAft>
              <a:buSzPct val="100000"/>
              <a:buChar char="●"/>
            </a:pPr>
            <a:r>
              <a:rPr lang="es" sz="6528"/>
              <a:t>Modelo de Negocio</a:t>
            </a:r>
            <a:endParaRPr sz="6528"/>
          </a:p>
          <a:p>
            <a:pPr indent="-332236" lvl="0" marL="457200" rtl="0" algn="l">
              <a:lnSpc>
                <a:spcPct val="100000"/>
              </a:lnSpc>
              <a:spcBef>
                <a:spcPts val="0"/>
              </a:spcBef>
              <a:spcAft>
                <a:spcPts val="0"/>
              </a:spcAft>
              <a:buSzPct val="100000"/>
              <a:buChar char="●"/>
            </a:pPr>
            <a:r>
              <a:rPr lang="es" sz="6528"/>
              <a:t>Mockup</a:t>
            </a:r>
            <a:endParaRPr sz="6528"/>
          </a:p>
          <a:p>
            <a:pPr indent="-332236" lvl="0" marL="457200" rtl="0" algn="l">
              <a:lnSpc>
                <a:spcPct val="100000"/>
              </a:lnSpc>
              <a:spcBef>
                <a:spcPts val="0"/>
              </a:spcBef>
              <a:spcAft>
                <a:spcPts val="0"/>
              </a:spcAft>
              <a:buSzPct val="100000"/>
              <a:buChar char="●"/>
            </a:pPr>
            <a:r>
              <a:rPr lang="es" sz="6528"/>
              <a:t>Conclusión</a:t>
            </a:r>
            <a:endParaRPr sz="6528"/>
          </a:p>
          <a:p>
            <a:pPr indent="0" lvl="0" marL="0" rtl="0" algn="l">
              <a:spcBef>
                <a:spcPts val="0"/>
              </a:spcBef>
              <a:spcAft>
                <a:spcPts val="0"/>
              </a:spcAft>
              <a:buNone/>
            </a:pPr>
            <a:r>
              <a:t/>
            </a:r>
            <a:endParaRPr sz="6528"/>
          </a:p>
          <a:p>
            <a:pPr indent="0" lvl="0" marL="0" rtl="0" algn="l">
              <a:spcBef>
                <a:spcPts val="1200"/>
              </a:spcBef>
              <a:spcAft>
                <a:spcPts val="1200"/>
              </a:spcAft>
              <a:buNone/>
            </a:pPr>
            <a:r>
              <a:t/>
            </a:r>
            <a:endParaRPr/>
          </a:p>
        </p:txBody>
      </p:sp>
      <p:pic>
        <p:nvPicPr>
          <p:cNvPr id="96" name="Google Shape;96;p14"/>
          <p:cNvPicPr preferRelativeResize="0"/>
          <p:nvPr/>
        </p:nvPicPr>
        <p:blipFill>
          <a:blip r:embed="rId3">
            <a:alphaModFix/>
          </a:blip>
          <a:stretch>
            <a:fillRect/>
          </a:stretch>
        </p:blipFill>
        <p:spPr>
          <a:xfrm>
            <a:off x="7147725" y="0"/>
            <a:ext cx="1996274" cy="49075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pic>
        <p:nvPicPr>
          <p:cNvPr id="101" name="Google Shape;101;p15"/>
          <p:cNvPicPr preferRelativeResize="0"/>
          <p:nvPr/>
        </p:nvPicPr>
        <p:blipFill>
          <a:blip r:embed="rId3">
            <a:alphaModFix/>
          </a:blip>
          <a:stretch>
            <a:fillRect/>
          </a:stretch>
        </p:blipFill>
        <p:spPr>
          <a:xfrm>
            <a:off x="7147725" y="0"/>
            <a:ext cx="1996274" cy="490750"/>
          </a:xfrm>
          <a:prstGeom prst="rect">
            <a:avLst/>
          </a:prstGeom>
          <a:noFill/>
          <a:ln>
            <a:noFill/>
          </a:ln>
        </p:spPr>
      </p:pic>
      <p:sp>
        <p:nvSpPr>
          <p:cNvPr id="102" name="Google Shape;102;p15"/>
          <p:cNvSpPr txBox="1"/>
          <p:nvPr>
            <p:ph type="title"/>
          </p:nvPr>
        </p:nvSpPr>
        <p:spPr>
          <a:xfrm>
            <a:off x="727650" y="756000"/>
            <a:ext cx="7688700" cy="5352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
              <a:t>Introducción</a:t>
            </a:r>
            <a:endParaRPr/>
          </a:p>
          <a:p>
            <a:pPr indent="0" lvl="0" marL="0" rtl="0" algn="l">
              <a:spcBef>
                <a:spcPts val="0"/>
              </a:spcBef>
              <a:spcAft>
                <a:spcPts val="0"/>
              </a:spcAft>
              <a:buNone/>
            </a:pPr>
            <a:r>
              <a:t/>
            </a:r>
            <a:endParaRPr/>
          </a:p>
        </p:txBody>
      </p:sp>
      <p:sp>
        <p:nvSpPr>
          <p:cNvPr id="103" name="Google Shape;103;p15"/>
          <p:cNvSpPr txBox="1"/>
          <p:nvPr>
            <p:ph idx="1" type="body"/>
          </p:nvPr>
        </p:nvSpPr>
        <p:spPr>
          <a:xfrm>
            <a:off x="727650" y="1358825"/>
            <a:ext cx="4911900" cy="3407400"/>
          </a:xfrm>
          <a:prstGeom prst="rect">
            <a:avLst/>
          </a:prstGeom>
        </p:spPr>
        <p:txBody>
          <a:bodyPr anchorCtr="0" anchor="ctr" bIns="91425" lIns="91425" spcFirstLastPara="1" rIns="91425" wrap="square" tIns="91425">
            <a:normAutofit fontScale="32500"/>
          </a:bodyPr>
          <a:lstStyle/>
          <a:p>
            <a:pPr indent="-318558" lvl="0" marL="457200" rtl="0" algn="l">
              <a:lnSpc>
                <a:spcPct val="150000"/>
              </a:lnSpc>
              <a:spcBef>
                <a:spcPts val="1000"/>
              </a:spcBef>
              <a:spcAft>
                <a:spcPts val="0"/>
              </a:spcAft>
              <a:buSzPct val="100000"/>
              <a:buChar char="●"/>
            </a:pPr>
            <a:r>
              <a:rPr lang="es" sz="4359"/>
              <a:t>Propósito</a:t>
            </a:r>
            <a:r>
              <a:rPr lang="es" sz="4359"/>
              <a:t>: Espacio de desarrollo profesional para programadores junior y estudiantes.</a:t>
            </a:r>
            <a:endParaRPr sz="4359"/>
          </a:p>
          <a:p>
            <a:pPr indent="0" lvl="0" marL="457200" rtl="0" algn="l">
              <a:lnSpc>
                <a:spcPct val="150000"/>
              </a:lnSpc>
              <a:spcBef>
                <a:spcPts val="1000"/>
              </a:spcBef>
              <a:spcAft>
                <a:spcPts val="0"/>
              </a:spcAft>
              <a:buNone/>
            </a:pPr>
            <a:r>
              <a:t/>
            </a:r>
            <a:endParaRPr sz="4359"/>
          </a:p>
          <a:p>
            <a:pPr indent="-318558" lvl="0" marL="457200" rtl="0" algn="l">
              <a:lnSpc>
                <a:spcPct val="150000"/>
              </a:lnSpc>
              <a:spcBef>
                <a:spcPts val="1000"/>
              </a:spcBef>
              <a:spcAft>
                <a:spcPts val="0"/>
              </a:spcAft>
              <a:buSzPct val="100000"/>
              <a:buChar char="●"/>
            </a:pPr>
            <a:r>
              <a:rPr lang="es" sz="4359"/>
              <a:t>Dinámica: Tareas acotadas y autocontenidas (componentes UI, corrección de bugs, automatización) sin proyectos complejos a gran escala</a:t>
            </a:r>
            <a:endParaRPr sz="4359"/>
          </a:p>
          <a:p>
            <a:pPr indent="0" lvl="0" marL="0" rtl="0" algn="l">
              <a:spcBef>
                <a:spcPts val="1000"/>
              </a:spcBef>
              <a:spcAft>
                <a:spcPts val="0"/>
              </a:spcAft>
              <a:buNone/>
            </a:pPr>
            <a:r>
              <a:t/>
            </a:r>
            <a:endParaRPr sz="6528"/>
          </a:p>
          <a:p>
            <a:pPr indent="0" lvl="0" marL="0" rtl="0" algn="l">
              <a:spcBef>
                <a:spcPts val="1200"/>
              </a:spcBef>
              <a:spcAft>
                <a:spcPts val="1200"/>
              </a:spcAft>
              <a:buNone/>
            </a:pPr>
            <a:r>
              <a:t/>
            </a:r>
            <a:endParaRPr/>
          </a:p>
        </p:txBody>
      </p:sp>
      <p:pic>
        <p:nvPicPr>
          <p:cNvPr id="104" name="Google Shape;104;p15"/>
          <p:cNvPicPr preferRelativeResize="0"/>
          <p:nvPr/>
        </p:nvPicPr>
        <p:blipFill>
          <a:blip r:embed="rId4">
            <a:alphaModFix/>
          </a:blip>
          <a:stretch>
            <a:fillRect/>
          </a:stretch>
        </p:blipFill>
        <p:spPr>
          <a:xfrm>
            <a:off x="5639550" y="2313450"/>
            <a:ext cx="3504450" cy="2334369"/>
          </a:xfrm>
          <a:prstGeom prst="rect">
            <a:avLst/>
          </a:prstGeom>
          <a:noFill/>
          <a:ln>
            <a:noFill/>
          </a:ln>
        </p:spPr>
      </p:pic>
      <p:pic>
        <p:nvPicPr>
          <p:cNvPr id="105" name="Google Shape;105;p15"/>
          <p:cNvPicPr preferRelativeResize="0"/>
          <p:nvPr/>
        </p:nvPicPr>
        <p:blipFill>
          <a:blip r:embed="rId5">
            <a:alphaModFix/>
          </a:blip>
          <a:stretch>
            <a:fillRect/>
          </a:stretch>
        </p:blipFill>
        <p:spPr>
          <a:xfrm>
            <a:off x="5988476" y="1358825"/>
            <a:ext cx="2571376" cy="95462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pic>
        <p:nvPicPr>
          <p:cNvPr id="110" name="Google Shape;110;p16"/>
          <p:cNvPicPr preferRelativeResize="0"/>
          <p:nvPr/>
        </p:nvPicPr>
        <p:blipFill>
          <a:blip r:embed="rId3">
            <a:alphaModFix/>
          </a:blip>
          <a:stretch>
            <a:fillRect/>
          </a:stretch>
        </p:blipFill>
        <p:spPr>
          <a:xfrm>
            <a:off x="7147725" y="0"/>
            <a:ext cx="1996274" cy="490750"/>
          </a:xfrm>
          <a:prstGeom prst="rect">
            <a:avLst/>
          </a:prstGeom>
          <a:noFill/>
          <a:ln>
            <a:noFill/>
          </a:ln>
        </p:spPr>
      </p:pic>
      <p:sp>
        <p:nvSpPr>
          <p:cNvPr id="111" name="Google Shape;111;p16"/>
          <p:cNvSpPr txBox="1"/>
          <p:nvPr>
            <p:ph type="title"/>
          </p:nvPr>
        </p:nvSpPr>
        <p:spPr>
          <a:xfrm>
            <a:off x="727650" y="756000"/>
            <a:ext cx="7688700" cy="5352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
              <a:t>Contexto</a:t>
            </a:r>
            <a:endParaRPr/>
          </a:p>
        </p:txBody>
      </p:sp>
      <p:sp>
        <p:nvSpPr>
          <p:cNvPr id="112" name="Google Shape;112;p16"/>
          <p:cNvSpPr txBox="1"/>
          <p:nvPr>
            <p:ph idx="1" type="body"/>
          </p:nvPr>
        </p:nvSpPr>
        <p:spPr>
          <a:xfrm>
            <a:off x="727650" y="1291200"/>
            <a:ext cx="4227600" cy="3145500"/>
          </a:xfrm>
          <a:prstGeom prst="rect">
            <a:avLst/>
          </a:prstGeom>
        </p:spPr>
        <p:txBody>
          <a:bodyPr anchorCtr="0" anchor="ctr" bIns="91425" lIns="91425" spcFirstLastPara="1" rIns="91425" wrap="square" tIns="91425">
            <a:noAutofit/>
          </a:bodyPr>
          <a:lstStyle/>
          <a:p>
            <a:pPr indent="0" lvl="0" marL="0" rtl="0" algn="l">
              <a:lnSpc>
                <a:spcPct val="100000"/>
              </a:lnSpc>
              <a:spcBef>
                <a:spcPts val="1000"/>
              </a:spcBef>
              <a:spcAft>
                <a:spcPts val="0"/>
              </a:spcAft>
              <a:buNone/>
            </a:pPr>
            <a:r>
              <a:t/>
            </a:r>
            <a:endParaRPr sz="1600"/>
          </a:p>
          <a:p>
            <a:pPr indent="0" lvl="0" marL="0" rtl="0" algn="l">
              <a:lnSpc>
                <a:spcPct val="100000"/>
              </a:lnSpc>
              <a:spcBef>
                <a:spcPts val="1000"/>
              </a:spcBef>
              <a:spcAft>
                <a:spcPts val="0"/>
              </a:spcAft>
              <a:buNone/>
            </a:pPr>
            <a:r>
              <a:t/>
            </a:r>
            <a:endParaRPr sz="1600"/>
          </a:p>
          <a:p>
            <a:pPr indent="0" lvl="0" marL="0" rtl="0" algn="l">
              <a:lnSpc>
                <a:spcPct val="200000"/>
              </a:lnSpc>
              <a:spcBef>
                <a:spcPts val="1000"/>
              </a:spcBef>
              <a:spcAft>
                <a:spcPts val="0"/>
              </a:spcAft>
              <a:buNone/>
            </a:pPr>
            <a:r>
              <a:t/>
            </a:r>
            <a:endParaRPr sz="1600"/>
          </a:p>
          <a:p>
            <a:pPr indent="0" lvl="0" marL="0" rtl="0" algn="l">
              <a:lnSpc>
                <a:spcPct val="200000"/>
              </a:lnSpc>
              <a:spcBef>
                <a:spcPts val="1000"/>
              </a:spcBef>
              <a:spcAft>
                <a:spcPts val="0"/>
              </a:spcAft>
              <a:buNone/>
            </a:pPr>
            <a:r>
              <a:t/>
            </a:r>
            <a:endParaRPr sz="1600"/>
          </a:p>
          <a:p>
            <a:pPr indent="-330200" lvl="0" marL="457200" rtl="0" algn="l">
              <a:lnSpc>
                <a:spcPct val="200000"/>
              </a:lnSpc>
              <a:spcBef>
                <a:spcPts val="1000"/>
              </a:spcBef>
              <a:spcAft>
                <a:spcPts val="0"/>
              </a:spcAft>
              <a:buSzPts val="1600"/>
              <a:buChar char="●"/>
            </a:pPr>
            <a:r>
              <a:rPr lang="es" sz="1600"/>
              <a:t>Mercado Laboral</a:t>
            </a:r>
            <a:endParaRPr sz="1600"/>
          </a:p>
          <a:p>
            <a:pPr indent="-330200" lvl="0" marL="457200" rtl="0" algn="l">
              <a:lnSpc>
                <a:spcPct val="200000"/>
              </a:lnSpc>
              <a:spcBef>
                <a:spcPts val="0"/>
              </a:spcBef>
              <a:spcAft>
                <a:spcPts val="0"/>
              </a:spcAft>
              <a:buSzPts val="1600"/>
              <a:buChar char="●"/>
            </a:pPr>
            <a:r>
              <a:rPr lang="es" sz="1600"/>
              <a:t>Trascender una asignatura</a:t>
            </a:r>
            <a:endParaRPr sz="1600"/>
          </a:p>
          <a:p>
            <a:pPr indent="-330200" lvl="0" marL="457200" rtl="0" algn="l">
              <a:lnSpc>
                <a:spcPct val="200000"/>
              </a:lnSpc>
              <a:spcBef>
                <a:spcPts val="0"/>
              </a:spcBef>
              <a:spcAft>
                <a:spcPts val="0"/>
              </a:spcAft>
              <a:buSzPts val="1600"/>
              <a:buChar char="●"/>
            </a:pPr>
            <a:r>
              <a:rPr lang="es" sz="1600"/>
              <a:t>Oportunidad en la comunidad Duoc</a:t>
            </a:r>
            <a:endParaRPr sz="1600"/>
          </a:p>
          <a:p>
            <a:pPr indent="0" lvl="0" marL="0" rtl="0" algn="l">
              <a:lnSpc>
                <a:spcPct val="100000"/>
              </a:lnSpc>
              <a:spcBef>
                <a:spcPts val="1000"/>
              </a:spcBef>
              <a:spcAft>
                <a:spcPts val="0"/>
              </a:spcAft>
              <a:buNone/>
            </a:pPr>
            <a:r>
              <a:t/>
            </a:r>
            <a:endParaRPr sz="1600"/>
          </a:p>
          <a:p>
            <a:pPr indent="0" lvl="0" marL="0" rtl="0" algn="l">
              <a:spcBef>
                <a:spcPts val="0"/>
              </a:spcBef>
              <a:spcAft>
                <a:spcPts val="0"/>
              </a:spcAft>
              <a:buNone/>
            </a:pPr>
            <a:r>
              <a:t/>
            </a:r>
            <a:endParaRPr sz="6528"/>
          </a:p>
          <a:p>
            <a:pPr indent="0" lvl="0" marL="0" rtl="0" algn="l">
              <a:spcBef>
                <a:spcPts val="1200"/>
              </a:spcBef>
              <a:spcAft>
                <a:spcPts val="1200"/>
              </a:spcAft>
              <a:buNone/>
            </a:pPr>
            <a:r>
              <a:t/>
            </a:r>
            <a:endParaRPr/>
          </a:p>
        </p:txBody>
      </p:sp>
      <p:pic>
        <p:nvPicPr>
          <p:cNvPr id="113" name="Google Shape;113;p16"/>
          <p:cNvPicPr preferRelativeResize="0"/>
          <p:nvPr/>
        </p:nvPicPr>
        <p:blipFill>
          <a:blip r:embed="rId4">
            <a:alphaModFix/>
          </a:blip>
          <a:stretch>
            <a:fillRect/>
          </a:stretch>
        </p:blipFill>
        <p:spPr>
          <a:xfrm>
            <a:off x="7102900" y="2491259"/>
            <a:ext cx="1527325" cy="2329166"/>
          </a:xfrm>
          <a:prstGeom prst="rect">
            <a:avLst/>
          </a:prstGeom>
          <a:noFill/>
          <a:ln>
            <a:noFill/>
          </a:ln>
        </p:spPr>
      </p:pic>
      <p:pic>
        <p:nvPicPr>
          <p:cNvPr id="114" name="Google Shape;114;p16"/>
          <p:cNvPicPr preferRelativeResize="0"/>
          <p:nvPr/>
        </p:nvPicPr>
        <p:blipFill>
          <a:blip r:embed="rId5">
            <a:alphaModFix/>
          </a:blip>
          <a:stretch>
            <a:fillRect/>
          </a:stretch>
        </p:blipFill>
        <p:spPr>
          <a:xfrm>
            <a:off x="7102912" y="916275"/>
            <a:ext cx="1527301" cy="15273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pic>
        <p:nvPicPr>
          <p:cNvPr id="119" name="Google Shape;119;p17"/>
          <p:cNvPicPr preferRelativeResize="0"/>
          <p:nvPr/>
        </p:nvPicPr>
        <p:blipFill>
          <a:blip r:embed="rId3">
            <a:alphaModFix/>
          </a:blip>
          <a:stretch>
            <a:fillRect/>
          </a:stretch>
        </p:blipFill>
        <p:spPr>
          <a:xfrm>
            <a:off x="7147725" y="0"/>
            <a:ext cx="1996274" cy="490750"/>
          </a:xfrm>
          <a:prstGeom prst="rect">
            <a:avLst/>
          </a:prstGeom>
          <a:noFill/>
          <a:ln>
            <a:noFill/>
          </a:ln>
        </p:spPr>
      </p:pic>
      <p:sp>
        <p:nvSpPr>
          <p:cNvPr id="120" name="Google Shape;120;p17"/>
          <p:cNvSpPr txBox="1"/>
          <p:nvPr>
            <p:ph type="title"/>
          </p:nvPr>
        </p:nvSpPr>
        <p:spPr>
          <a:xfrm>
            <a:off x="727650" y="756000"/>
            <a:ext cx="7688700" cy="5352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
              <a:t>Problemática</a:t>
            </a:r>
            <a:r>
              <a:rPr lang="es"/>
              <a:t>	</a:t>
            </a:r>
            <a:endParaRPr/>
          </a:p>
          <a:p>
            <a:pPr indent="0" lvl="0" marL="0" rtl="0" algn="l">
              <a:spcBef>
                <a:spcPts val="0"/>
              </a:spcBef>
              <a:spcAft>
                <a:spcPts val="0"/>
              </a:spcAft>
              <a:buNone/>
            </a:pPr>
            <a:r>
              <a:t/>
            </a:r>
            <a:endParaRPr/>
          </a:p>
        </p:txBody>
      </p:sp>
      <p:sp>
        <p:nvSpPr>
          <p:cNvPr id="121" name="Google Shape;121;p17"/>
          <p:cNvSpPr txBox="1"/>
          <p:nvPr>
            <p:ph idx="1" type="body"/>
          </p:nvPr>
        </p:nvSpPr>
        <p:spPr>
          <a:xfrm>
            <a:off x="727650" y="1291200"/>
            <a:ext cx="4311900" cy="3112200"/>
          </a:xfrm>
          <a:prstGeom prst="rect">
            <a:avLst/>
          </a:prstGeom>
        </p:spPr>
        <p:txBody>
          <a:bodyPr anchorCtr="0" anchor="ctr" bIns="91425" lIns="91425" spcFirstLastPara="1" rIns="91425" wrap="square" tIns="91425">
            <a:noAutofit/>
          </a:bodyPr>
          <a:lstStyle/>
          <a:p>
            <a:pPr indent="-330200" lvl="0" marL="457200" rtl="0" algn="just">
              <a:lnSpc>
                <a:spcPct val="150000"/>
              </a:lnSpc>
              <a:spcBef>
                <a:spcPts val="1000"/>
              </a:spcBef>
              <a:spcAft>
                <a:spcPts val="0"/>
              </a:spcAft>
              <a:buSzPts val="1600"/>
              <a:buChar char="●"/>
            </a:pPr>
            <a:r>
              <a:rPr lang="es" sz="1600"/>
              <a:t>Uso forzado de herramientas</a:t>
            </a:r>
            <a:endParaRPr sz="1600"/>
          </a:p>
          <a:p>
            <a:pPr indent="-330200" lvl="0" marL="457200" rtl="0" algn="just">
              <a:lnSpc>
                <a:spcPct val="150000"/>
              </a:lnSpc>
              <a:spcBef>
                <a:spcPts val="0"/>
              </a:spcBef>
              <a:spcAft>
                <a:spcPts val="0"/>
              </a:spcAft>
              <a:buSzPts val="1600"/>
              <a:buChar char="●"/>
            </a:pPr>
            <a:r>
              <a:rPr lang="es" sz="1600"/>
              <a:t>Falta de flexibilidad</a:t>
            </a:r>
            <a:endParaRPr sz="1600"/>
          </a:p>
          <a:p>
            <a:pPr indent="-330200" lvl="0" marL="457200" rtl="0" algn="just">
              <a:lnSpc>
                <a:spcPct val="150000"/>
              </a:lnSpc>
              <a:spcBef>
                <a:spcPts val="0"/>
              </a:spcBef>
              <a:spcAft>
                <a:spcPts val="0"/>
              </a:spcAft>
              <a:buSzPts val="1600"/>
              <a:buChar char="●"/>
            </a:pPr>
            <a:r>
              <a:rPr lang="es" sz="1600"/>
              <a:t>Necesidad desatendida</a:t>
            </a:r>
            <a:endParaRPr sz="1600"/>
          </a:p>
          <a:p>
            <a:pPr indent="-330200" lvl="0" marL="457200" rtl="0" algn="just">
              <a:lnSpc>
                <a:spcPct val="150000"/>
              </a:lnSpc>
              <a:spcBef>
                <a:spcPts val="0"/>
              </a:spcBef>
              <a:spcAft>
                <a:spcPts val="0"/>
              </a:spcAft>
              <a:buSzPts val="1600"/>
              <a:buChar char="●"/>
            </a:pPr>
            <a:r>
              <a:rPr lang="es" sz="1600"/>
              <a:t>Falta de </a:t>
            </a:r>
            <a:r>
              <a:rPr lang="es" sz="1600"/>
              <a:t>práctica</a:t>
            </a:r>
            <a:endParaRPr/>
          </a:p>
        </p:txBody>
      </p:sp>
      <p:pic>
        <p:nvPicPr>
          <p:cNvPr id="122" name="Google Shape;122;p17"/>
          <p:cNvPicPr preferRelativeResize="0"/>
          <p:nvPr/>
        </p:nvPicPr>
        <p:blipFill>
          <a:blip r:embed="rId4">
            <a:alphaModFix/>
          </a:blip>
          <a:stretch>
            <a:fillRect/>
          </a:stretch>
        </p:blipFill>
        <p:spPr>
          <a:xfrm>
            <a:off x="7243475" y="623375"/>
            <a:ext cx="800450" cy="800450"/>
          </a:xfrm>
          <a:prstGeom prst="rect">
            <a:avLst/>
          </a:prstGeom>
          <a:noFill/>
          <a:ln>
            <a:noFill/>
          </a:ln>
        </p:spPr>
      </p:pic>
      <p:pic>
        <p:nvPicPr>
          <p:cNvPr id="123" name="Google Shape;123;p17"/>
          <p:cNvPicPr preferRelativeResize="0"/>
          <p:nvPr/>
        </p:nvPicPr>
        <p:blipFill>
          <a:blip r:embed="rId5">
            <a:alphaModFix/>
          </a:blip>
          <a:stretch>
            <a:fillRect/>
          </a:stretch>
        </p:blipFill>
        <p:spPr>
          <a:xfrm>
            <a:off x="7173113" y="1556450"/>
            <a:ext cx="941175" cy="941175"/>
          </a:xfrm>
          <a:prstGeom prst="rect">
            <a:avLst/>
          </a:prstGeom>
          <a:noFill/>
          <a:ln>
            <a:noFill/>
          </a:ln>
        </p:spPr>
      </p:pic>
      <p:pic>
        <p:nvPicPr>
          <p:cNvPr id="124" name="Google Shape;124;p17"/>
          <p:cNvPicPr preferRelativeResize="0"/>
          <p:nvPr/>
        </p:nvPicPr>
        <p:blipFill>
          <a:blip r:embed="rId6">
            <a:alphaModFix/>
          </a:blip>
          <a:stretch>
            <a:fillRect/>
          </a:stretch>
        </p:blipFill>
        <p:spPr>
          <a:xfrm>
            <a:off x="6916880" y="2571750"/>
            <a:ext cx="1453633" cy="800450"/>
          </a:xfrm>
          <a:prstGeom prst="rect">
            <a:avLst/>
          </a:prstGeom>
          <a:noFill/>
          <a:ln>
            <a:noFill/>
          </a:ln>
        </p:spPr>
      </p:pic>
      <p:pic>
        <p:nvPicPr>
          <p:cNvPr id="125" name="Google Shape;125;p17"/>
          <p:cNvPicPr preferRelativeResize="0"/>
          <p:nvPr/>
        </p:nvPicPr>
        <p:blipFill>
          <a:blip r:embed="rId7">
            <a:alphaModFix/>
          </a:blip>
          <a:stretch>
            <a:fillRect/>
          </a:stretch>
        </p:blipFill>
        <p:spPr>
          <a:xfrm>
            <a:off x="6960350" y="3563325"/>
            <a:ext cx="1366700" cy="13667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pic>
        <p:nvPicPr>
          <p:cNvPr id="130" name="Google Shape;130;p18"/>
          <p:cNvPicPr preferRelativeResize="0"/>
          <p:nvPr/>
        </p:nvPicPr>
        <p:blipFill>
          <a:blip r:embed="rId3">
            <a:alphaModFix/>
          </a:blip>
          <a:stretch>
            <a:fillRect/>
          </a:stretch>
        </p:blipFill>
        <p:spPr>
          <a:xfrm>
            <a:off x="7147725" y="0"/>
            <a:ext cx="1996274" cy="490750"/>
          </a:xfrm>
          <a:prstGeom prst="rect">
            <a:avLst/>
          </a:prstGeom>
          <a:noFill/>
          <a:ln>
            <a:noFill/>
          </a:ln>
        </p:spPr>
      </p:pic>
      <p:sp>
        <p:nvSpPr>
          <p:cNvPr id="131" name="Google Shape;131;p18"/>
          <p:cNvSpPr txBox="1"/>
          <p:nvPr>
            <p:ph type="title"/>
          </p:nvPr>
        </p:nvSpPr>
        <p:spPr>
          <a:xfrm>
            <a:off x="727650" y="756000"/>
            <a:ext cx="7688700" cy="5352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
              <a:t>Solución	</a:t>
            </a:r>
            <a:endParaRPr/>
          </a:p>
          <a:p>
            <a:pPr indent="0" lvl="0" marL="0" rtl="0" algn="l">
              <a:spcBef>
                <a:spcPts val="0"/>
              </a:spcBef>
              <a:spcAft>
                <a:spcPts val="0"/>
              </a:spcAft>
              <a:buNone/>
            </a:pPr>
            <a:r>
              <a:t/>
            </a:r>
            <a:endParaRPr/>
          </a:p>
        </p:txBody>
      </p:sp>
      <p:sp>
        <p:nvSpPr>
          <p:cNvPr id="132" name="Google Shape;132;p18"/>
          <p:cNvSpPr txBox="1"/>
          <p:nvPr>
            <p:ph idx="1" type="body"/>
          </p:nvPr>
        </p:nvSpPr>
        <p:spPr>
          <a:xfrm>
            <a:off x="727650" y="1330725"/>
            <a:ext cx="5119800" cy="3407400"/>
          </a:xfrm>
          <a:prstGeom prst="rect">
            <a:avLst/>
          </a:prstGeom>
        </p:spPr>
        <p:txBody>
          <a:bodyPr anchorCtr="0" anchor="ctr" bIns="91425" lIns="91425" spcFirstLastPara="1" rIns="91425" wrap="square" tIns="91425">
            <a:normAutofit/>
          </a:bodyPr>
          <a:lstStyle/>
          <a:p>
            <a:pPr indent="0" lvl="0" marL="0" rtl="0" algn="l">
              <a:lnSpc>
                <a:spcPct val="150000"/>
              </a:lnSpc>
              <a:spcBef>
                <a:spcPts val="1000"/>
              </a:spcBef>
              <a:spcAft>
                <a:spcPts val="0"/>
              </a:spcAft>
              <a:buNone/>
            </a:pPr>
            <a:r>
              <a:rPr lang="es" sz="1600"/>
              <a:t>Nuestra propuesta? Una plataforma web que permite a cualquier miembro verificado de la comunidad, publicar sus necesidades </a:t>
            </a:r>
            <a:r>
              <a:rPr lang="es" sz="1600"/>
              <a:t>técnicas</a:t>
            </a:r>
            <a:r>
              <a:rPr lang="es" sz="1600"/>
              <a:t> en un sitio web centralizado</a:t>
            </a:r>
            <a:endParaRPr sz="1600"/>
          </a:p>
          <a:p>
            <a:pPr indent="-330200" lvl="0" marL="457200" rtl="0" algn="l">
              <a:lnSpc>
                <a:spcPct val="150000"/>
              </a:lnSpc>
              <a:spcBef>
                <a:spcPts val="1000"/>
              </a:spcBef>
              <a:spcAft>
                <a:spcPts val="0"/>
              </a:spcAft>
              <a:buSzPts val="1600"/>
              <a:buChar char="●"/>
            </a:pPr>
            <a:r>
              <a:rPr lang="es" sz="1600"/>
              <a:t>Descripción detallada</a:t>
            </a:r>
            <a:endParaRPr sz="1600"/>
          </a:p>
          <a:p>
            <a:pPr indent="-330200" lvl="0" marL="457200" rtl="0" algn="l">
              <a:lnSpc>
                <a:spcPct val="150000"/>
              </a:lnSpc>
              <a:spcBef>
                <a:spcPts val="0"/>
              </a:spcBef>
              <a:spcAft>
                <a:spcPts val="0"/>
              </a:spcAft>
              <a:buSzPts val="1600"/>
              <a:buChar char="●"/>
            </a:pPr>
            <a:r>
              <a:rPr lang="es" sz="1600"/>
              <a:t>Niveles y tiempos definidos</a:t>
            </a:r>
            <a:endParaRPr sz="1600"/>
          </a:p>
          <a:p>
            <a:pPr indent="-330200" lvl="0" marL="457200" rtl="0" algn="l">
              <a:lnSpc>
                <a:spcPct val="150000"/>
              </a:lnSpc>
              <a:spcBef>
                <a:spcPts val="0"/>
              </a:spcBef>
              <a:spcAft>
                <a:spcPts val="0"/>
              </a:spcAft>
              <a:buSzPts val="1600"/>
              <a:buChar char="●"/>
            </a:pPr>
            <a:r>
              <a:rPr lang="es" sz="1600"/>
              <a:t>Flujo </a:t>
            </a:r>
            <a:r>
              <a:rPr lang="es" sz="1600"/>
              <a:t>dinámico</a:t>
            </a:r>
            <a:r>
              <a:rPr lang="es" sz="1600"/>
              <a:t> y flexible</a:t>
            </a:r>
            <a:endParaRPr sz="1600"/>
          </a:p>
          <a:p>
            <a:pPr indent="-330200" lvl="0" marL="457200" rtl="0" algn="l">
              <a:lnSpc>
                <a:spcPct val="150000"/>
              </a:lnSpc>
              <a:spcBef>
                <a:spcPts val="0"/>
              </a:spcBef>
              <a:spcAft>
                <a:spcPts val="0"/>
              </a:spcAft>
              <a:buSzPts val="1600"/>
              <a:buChar char="●"/>
            </a:pPr>
            <a:r>
              <a:rPr lang="es" sz="1600"/>
              <a:t>Beneficio mutuo</a:t>
            </a:r>
            <a:endParaRPr/>
          </a:p>
        </p:txBody>
      </p:sp>
      <p:pic>
        <p:nvPicPr>
          <p:cNvPr id="133" name="Google Shape;133;p18"/>
          <p:cNvPicPr preferRelativeResize="0"/>
          <p:nvPr/>
        </p:nvPicPr>
        <p:blipFill>
          <a:blip r:embed="rId4">
            <a:alphaModFix/>
          </a:blip>
          <a:stretch>
            <a:fillRect/>
          </a:stretch>
        </p:blipFill>
        <p:spPr>
          <a:xfrm>
            <a:off x="5999850" y="1443600"/>
            <a:ext cx="2991751" cy="3055913"/>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pic>
        <p:nvPicPr>
          <p:cNvPr id="138" name="Google Shape;138;p19"/>
          <p:cNvPicPr preferRelativeResize="0"/>
          <p:nvPr/>
        </p:nvPicPr>
        <p:blipFill>
          <a:blip r:embed="rId3">
            <a:alphaModFix/>
          </a:blip>
          <a:stretch>
            <a:fillRect/>
          </a:stretch>
        </p:blipFill>
        <p:spPr>
          <a:xfrm>
            <a:off x="7147725" y="0"/>
            <a:ext cx="1996274" cy="490750"/>
          </a:xfrm>
          <a:prstGeom prst="rect">
            <a:avLst/>
          </a:prstGeom>
          <a:noFill/>
          <a:ln>
            <a:noFill/>
          </a:ln>
        </p:spPr>
      </p:pic>
      <p:sp>
        <p:nvSpPr>
          <p:cNvPr id="139" name="Google Shape;139;p19"/>
          <p:cNvSpPr txBox="1"/>
          <p:nvPr>
            <p:ph type="title"/>
          </p:nvPr>
        </p:nvSpPr>
        <p:spPr>
          <a:xfrm>
            <a:off x="727650" y="756000"/>
            <a:ext cx="7688700" cy="5352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
              <a:t>Metodología - Ágil</a:t>
            </a:r>
            <a:endParaRPr/>
          </a:p>
          <a:p>
            <a:pPr indent="0" lvl="0" marL="0" rtl="0" algn="l">
              <a:spcBef>
                <a:spcPts val="0"/>
              </a:spcBef>
              <a:spcAft>
                <a:spcPts val="0"/>
              </a:spcAft>
              <a:buNone/>
            </a:pPr>
            <a:r>
              <a:t/>
            </a:r>
            <a:endParaRPr/>
          </a:p>
        </p:txBody>
      </p:sp>
      <p:sp>
        <p:nvSpPr>
          <p:cNvPr id="140" name="Google Shape;140;p19"/>
          <p:cNvSpPr txBox="1"/>
          <p:nvPr>
            <p:ph idx="1" type="body"/>
          </p:nvPr>
        </p:nvSpPr>
        <p:spPr>
          <a:xfrm>
            <a:off x="727650" y="1499375"/>
            <a:ext cx="5499300" cy="3407400"/>
          </a:xfrm>
          <a:prstGeom prst="rect">
            <a:avLst/>
          </a:prstGeom>
        </p:spPr>
        <p:txBody>
          <a:bodyPr anchorCtr="0" anchor="ctr" bIns="91425" lIns="91425" spcFirstLastPara="1" rIns="91425" wrap="square" tIns="91425">
            <a:normAutofit/>
          </a:bodyPr>
          <a:lstStyle/>
          <a:p>
            <a:pPr indent="0" lvl="0" marL="0" rtl="0" algn="just">
              <a:spcBef>
                <a:spcPts val="0"/>
              </a:spcBef>
              <a:spcAft>
                <a:spcPts val="0"/>
              </a:spcAft>
              <a:buNone/>
            </a:pPr>
            <a:r>
              <a:rPr lang="es" sz="1600">
                <a:solidFill>
                  <a:srgbClr val="000000"/>
                </a:solidFill>
              </a:rPr>
              <a:t>Para asegurar el control y la calidad del desarrollo a lo largo de las 18 semanas, la ejecución se estructurará bajo un marco de trabajo ágil adaptado al estándar de la industria, dividiendo el ciclo de vida en sprints quincenales de dos semanas, sin embargo estos </a:t>
            </a:r>
            <a:r>
              <a:rPr lang="es" sz="1600">
                <a:solidFill>
                  <a:srgbClr val="000000"/>
                </a:solidFill>
              </a:rPr>
              <a:t>podrán</a:t>
            </a:r>
            <a:r>
              <a:rPr lang="es" sz="1600">
                <a:solidFill>
                  <a:srgbClr val="000000"/>
                </a:solidFill>
              </a:rPr>
              <a:t> ser extendidos de forma adaptativa según la complejidad técnica </a:t>
            </a:r>
            <a:endParaRPr sz="6928"/>
          </a:p>
          <a:p>
            <a:pPr indent="0" lvl="0" marL="0" rtl="0" algn="l">
              <a:spcBef>
                <a:spcPts val="0"/>
              </a:spcBef>
              <a:spcAft>
                <a:spcPts val="0"/>
              </a:spcAft>
              <a:buNone/>
            </a:pPr>
            <a:r>
              <a:t/>
            </a:r>
            <a:endParaRPr sz="6528"/>
          </a:p>
          <a:p>
            <a:pPr indent="0" lvl="0" marL="0" rtl="0" algn="l">
              <a:spcBef>
                <a:spcPts val="1200"/>
              </a:spcBef>
              <a:spcAft>
                <a:spcPts val="1200"/>
              </a:spcAft>
              <a:buNone/>
            </a:pPr>
            <a:r>
              <a:t/>
            </a:r>
            <a:endParaRPr/>
          </a:p>
        </p:txBody>
      </p:sp>
      <p:pic>
        <p:nvPicPr>
          <p:cNvPr id="141" name="Google Shape;141;p19"/>
          <p:cNvPicPr preferRelativeResize="0"/>
          <p:nvPr/>
        </p:nvPicPr>
        <p:blipFill>
          <a:blip r:embed="rId4">
            <a:alphaModFix/>
          </a:blip>
          <a:stretch>
            <a:fillRect/>
          </a:stretch>
        </p:blipFill>
        <p:spPr>
          <a:xfrm>
            <a:off x="6379350" y="1443600"/>
            <a:ext cx="2612249" cy="1917502"/>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 name="Shape 145"/>
        <p:cNvGrpSpPr/>
        <p:nvPr/>
      </p:nvGrpSpPr>
      <p:grpSpPr>
        <a:xfrm>
          <a:off x="0" y="0"/>
          <a:ext cx="0" cy="0"/>
          <a:chOff x="0" y="0"/>
          <a:chExt cx="0" cy="0"/>
        </a:xfrm>
      </p:grpSpPr>
      <p:pic>
        <p:nvPicPr>
          <p:cNvPr id="146" name="Google Shape;146;p20"/>
          <p:cNvPicPr preferRelativeResize="0"/>
          <p:nvPr/>
        </p:nvPicPr>
        <p:blipFill>
          <a:blip r:embed="rId3">
            <a:alphaModFix/>
          </a:blip>
          <a:stretch>
            <a:fillRect/>
          </a:stretch>
        </p:blipFill>
        <p:spPr>
          <a:xfrm>
            <a:off x="7147725" y="0"/>
            <a:ext cx="1996274" cy="490750"/>
          </a:xfrm>
          <a:prstGeom prst="rect">
            <a:avLst/>
          </a:prstGeom>
          <a:noFill/>
          <a:ln>
            <a:noFill/>
          </a:ln>
        </p:spPr>
      </p:pic>
      <p:sp>
        <p:nvSpPr>
          <p:cNvPr id="147" name="Google Shape;147;p20"/>
          <p:cNvSpPr txBox="1"/>
          <p:nvPr>
            <p:ph type="title"/>
          </p:nvPr>
        </p:nvSpPr>
        <p:spPr>
          <a:xfrm>
            <a:off x="727650" y="756000"/>
            <a:ext cx="7688700" cy="5352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
              <a:t>Plan</a:t>
            </a:r>
            <a:endParaRPr/>
          </a:p>
          <a:p>
            <a:pPr indent="0" lvl="0" marL="0" rtl="0" algn="l">
              <a:spcBef>
                <a:spcPts val="0"/>
              </a:spcBef>
              <a:spcAft>
                <a:spcPts val="0"/>
              </a:spcAft>
              <a:buNone/>
            </a:pPr>
            <a:r>
              <a:t/>
            </a:r>
            <a:endParaRPr/>
          </a:p>
        </p:txBody>
      </p:sp>
      <p:pic>
        <p:nvPicPr>
          <p:cNvPr id="148" name="Google Shape;148;p20"/>
          <p:cNvPicPr preferRelativeResize="0"/>
          <p:nvPr/>
        </p:nvPicPr>
        <p:blipFill>
          <a:blip r:embed="rId4">
            <a:alphaModFix/>
          </a:blip>
          <a:stretch>
            <a:fillRect/>
          </a:stretch>
        </p:blipFill>
        <p:spPr>
          <a:xfrm>
            <a:off x="342100" y="1345225"/>
            <a:ext cx="4294342" cy="3547500"/>
          </a:xfrm>
          <a:prstGeom prst="rect">
            <a:avLst/>
          </a:prstGeom>
          <a:noFill/>
          <a:ln>
            <a:noFill/>
          </a:ln>
        </p:spPr>
      </p:pic>
      <p:pic>
        <p:nvPicPr>
          <p:cNvPr id="149" name="Google Shape;149;p20"/>
          <p:cNvPicPr preferRelativeResize="0"/>
          <p:nvPr/>
        </p:nvPicPr>
        <p:blipFill>
          <a:blip r:embed="rId5">
            <a:alphaModFix/>
          </a:blip>
          <a:stretch>
            <a:fillRect/>
          </a:stretch>
        </p:blipFill>
        <p:spPr>
          <a:xfrm>
            <a:off x="4636450" y="1653925"/>
            <a:ext cx="4202749" cy="3197274"/>
          </a:xfrm>
          <a:prstGeom prst="rect">
            <a:avLst/>
          </a:prstGeom>
          <a:noFill/>
          <a:ln>
            <a:noFill/>
          </a:ln>
        </p:spPr>
      </p:pic>
      <p:pic>
        <p:nvPicPr>
          <p:cNvPr id="150" name="Google Shape;150;p20"/>
          <p:cNvPicPr preferRelativeResize="0"/>
          <p:nvPr/>
        </p:nvPicPr>
        <p:blipFill>
          <a:blip r:embed="rId6">
            <a:alphaModFix/>
          </a:blip>
          <a:stretch>
            <a:fillRect/>
          </a:stretch>
        </p:blipFill>
        <p:spPr>
          <a:xfrm>
            <a:off x="4695200" y="1345225"/>
            <a:ext cx="4105901" cy="36505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pic>
        <p:nvPicPr>
          <p:cNvPr id="155" name="Google Shape;155;p21"/>
          <p:cNvPicPr preferRelativeResize="0"/>
          <p:nvPr/>
        </p:nvPicPr>
        <p:blipFill>
          <a:blip r:embed="rId3">
            <a:alphaModFix/>
          </a:blip>
          <a:stretch>
            <a:fillRect/>
          </a:stretch>
        </p:blipFill>
        <p:spPr>
          <a:xfrm>
            <a:off x="7147725" y="0"/>
            <a:ext cx="1996274" cy="490750"/>
          </a:xfrm>
          <a:prstGeom prst="rect">
            <a:avLst/>
          </a:prstGeom>
          <a:noFill/>
          <a:ln>
            <a:noFill/>
          </a:ln>
        </p:spPr>
      </p:pic>
      <p:sp>
        <p:nvSpPr>
          <p:cNvPr id="156" name="Google Shape;156;p21"/>
          <p:cNvSpPr txBox="1"/>
          <p:nvPr>
            <p:ph type="title"/>
          </p:nvPr>
        </p:nvSpPr>
        <p:spPr>
          <a:xfrm>
            <a:off x="727650" y="756000"/>
            <a:ext cx="7688700" cy="5352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
              <a:t>Arquitectura</a:t>
            </a:r>
            <a:r>
              <a:rPr lang="es"/>
              <a:t>	</a:t>
            </a:r>
            <a:endParaRPr/>
          </a:p>
          <a:p>
            <a:pPr indent="0" lvl="0" marL="0" rtl="0" algn="l">
              <a:spcBef>
                <a:spcPts val="0"/>
              </a:spcBef>
              <a:spcAft>
                <a:spcPts val="0"/>
              </a:spcAft>
              <a:buNone/>
            </a:pPr>
            <a:r>
              <a:t/>
            </a:r>
            <a:endParaRPr/>
          </a:p>
        </p:txBody>
      </p:sp>
      <p:sp>
        <p:nvSpPr>
          <p:cNvPr id="157" name="Google Shape;157;p21"/>
          <p:cNvSpPr txBox="1"/>
          <p:nvPr>
            <p:ph idx="1" type="body"/>
          </p:nvPr>
        </p:nvSpPr>
        <p:spPr>
          <a:xfrm>
            <a:off x="608175" y="1291200"/>
            <a:ext cx="3215700" cy="3407400"/>
          </a:xfrm>
          <a:prstGeom prst="rect">
            <a:avLst/>
          </a:prstGeom>
        </p:spPr>
        <p:txBody>
          <a:bodyPr anchorCtr="0" anchor="ctr" bIns="91425" lIns="91425" spcFirstLastPara="1" rIns="91425" wrap="square" tIns="91425">
            <a:normAutofit/>
          </a:bodyPr>
          <a:lstStyle/>
          <a:p>
            <a:pPr indent="0" lvl="0" marL="457200" rtl="0" algn="l">
              <a:lnSpc>
                <a:spcPct val="100000"/>
              </a:lnSpc>
              <a:spcBef>
                <a:spcPts val="1000"/>
              </a:spcBef>
              <a:spcAft>
                <a:spcPts val="0"/>
              </a:spcAft>
              <a:buNone/>
            </a:pPr>
            <a:r>
              <a:t/>
            </a:r>
            <a:endParaRPr sz="1600"/>
          </a:p>
          <a:p>
            <a:pPr indent="-330200" lvl="0" marL="457200" rtl="0" algn="l">
              <a:lnSpc>
                <a:spcPct val="150000"/>
              </a:lnSpc>
              <a:spcBef>
                <a:spcPts val="0"/>
              </a:spcBef>
              <a:spcAft>
                <a:spcPts val="0"/>
              </a:spcAft>
              <a:buSzPts val="1600"/>
              <a:buChar char="●"/>
            </a:pPr>
            <a:r>
              <a:rPr lang="es" sz="1600"/>
              <a:t>Frontend</a:t>
            </a:r>
            <a:endParaRPr sz="1600"/>
          </a:p>
          <a:p>
            <a:pPr indent="-330200" lvl="0" marL="457200" rtl="0" algn="l">
              <a:lnSpc>
                <a:spcPct val="150000"/>
              </a:lnSpc>
              <a:spcBef>
                <a:spcPts val="0"/>
              </a:spcBef>
              <a:spcAft>
                <a:spcPts val="0"/>
              </a:spcAft>
              <a:buSzPts val="1600"/>
              <a:buChar char="●"/>
            </a:pPr>
            <a:r>
              <a:rPr lang="es" sz="1600"/>
              <a:t>Lógica</a:t>
            </a:r>
            <a:r>
              <a:rPr lang="es" sz="1600"/>
              <a:t> y </a:t>
            </a:r>
            <a:r>
              <a:rPr lang="es" sz="1600"/>
              <a:t>Validación</a:t>
            </a:r>
            <a:endParaRPr sz="1600"/>
          </a:p>
          <a:p>
            <a:pPr indent="-330200" lvl="0" marL="457200" rtl="0" algn="l">
              <a:lnSpc>
                <a:spcPct val="150000"/>
              </a:lnSpc>
              <a:spcBef>
                <a:spcPts val="0"/>
              </a:spcBef>
              <a:spcAft>
                <a:spcPts val="0"/>
              </a:spcAft>
              <a:buSzPts val="1600"/>
              <a:buChar char="●"/>
            </a:pPr>
            <a:r>
              <a:rPr lang="es" sz="1600"/>
              <a:t>Persistencia</a:t>
            </a:r>
            <a:endParaRPr sz="1600"/>
          </a:p>
          <a:p>
            <a:pPr indent="-330200" lvl="0" marL="457200" rtl="0" algn="l">
              <a:lnSpc>
                <a:spcPct val="150000"/>
              </a:lnSpc>
              <a:spcBef>
                <a:spcPts val="0"/>
              </a:spcBef>
              <a:spcAft>
                <a:spcPts val="0"/>
              </a:spcAft>
              <a:buSzPts val="1600"/>
              <a:buChar char="●"/>
            </a:pPr>
            <a:r>
              <a:rPr lang="es" sz="1600"/>
              <a:t>Seguridad e Identidad</a:t>
            </a:r>
            <a:endParaRPr sz="1600"/>
          </a:p>
          <a:p>
            <a:pPr indent="0" lvl="0" marL="0" rtl="0" algn="l">
              <a:spcBef>
                <a:spcPts val="1200"/>
              </a:spcBef>
              <a:spcAft>
                <a:spcPts val="1200"/>
              </a:spcAft>
              <a:buNone/>
            </a:pPr>
            <a:r>
              <a:t/>
            </a:r>
            <a:endParaRPr/>
          </a:p>
        </p:txBody>
      </p:sp>
      <p:pic>
        <p:nvPicPr>
          <p:cNvPr id="158" name="Google Shape;158;p21"/>
          <p:cNvPicPr preferRelativeResize="0"/>
          <p:nvPr/>
        </p:nvPicPr>
        <p:blipFill>
          <a:blip r:embed="rId4">
            <a:alphaModFix/>
          </a:blip>
          <a:stretch>
            <a:fillRect/>
          </a:stretch>
        </p:blipFill>
        <p:spPr>
          <a:xfrm>
            <a:off x="6823351" y="756001"/>
            <a:ext cx="1471350" cy="1471350"/>
          </a:xfrm>
          <a:prstGeom prst="rect">
            <a:avLst/>
          </a:prstGeom>
          <a:noFill/>
          <a:ln>
            <a:noFill/>
          </a:ln>
        </p:spPr>
      </p:pic>
      <p:pic>
        <p:nvPicPr>
          <p:cNvPr id="159" name="Google Shape;159;p21"/>
          <p:cNvPicPr preferRelativeResize="0"/>
          <p:nvPr/>
        </p:nvPicPr>
        <p:blipFill>
          <a:blip r:embed="rId5">
            <a:alphaModFix/>
          </a:blip>
          <a:stretch>
            <a:fillRect/>
          </a:stretch>
        </p:blipFill>
        <p:spPr>
          <a:xfrm>
            <a:off x="7548226" y="1955800"/>
            <a:ext cx="746475" cy="615951"/>
          </a:xfrm>
          <a:prstGeom prst="rect">
            <a:avLst/>
          </a:prstGeom>
          <a:noFill/>
          <a:ln>
            <a:noFill/>
          </a:ln>
        </p:spPr>
      </p:pic>
      <p:pic>
        <p:nvPicPr>
          <p:cNvPr id="160" name="Google Shape;160;p21"/>
          <p:cNvPicPr preferRelativeResize="0"/>
          <p:nvPr/>
        </p:nvPicPr>
        <p:blipFill>
          <a:blip r:embed="rId6">
            <a:alphaModFix/>
          </a:blip>
          <a:stretch>
            <a:fillRect/>
          </a:stretch>
        </p:blipFill>
        <p:spPr>
          <a:xfrm>
            <a:off x="6704823" y="1955790"/>
            <a:ext cx="615950" cy="615950"/>
          </a:xfrm>
          <a:prstGeom prst="rect">
            <a:avLst/>
          </a:prstGeom>
          <a:noFill/>
          <a:ln>
            <a:noFill/>
          </a:ln>
        </p:spPr>
      </p:pic>
      <p:pic>
        <p:nvPicPr>
          <p:cNvPr id="161" name="Google Shape;161;p21"/>
          <p:cNvPicPr preferRelativeResize="0"/>
          <p:nvPr/>
        </p:nvPicPr>
        <p:blipFill>
          <a:blip r:embed="rId7">
            <a:alphaModFix/>
          </a:blip>
          <a:stretch>
            <a:fillRect/>
          </a:stretch>
        </p:blipFill>
        <p:spPr>
          <a:xfrm>
            <a:off x="6704827" y="3092630"/>
            <a:ext cx="615950" cy="635195"/>
          </a:xfrm>
          <a:prstGeom prst="rect">
            <a:avLst/>
          </a:prstGeom>
          <a:noFill/>
          <a:ln>
            <a:noFill/>
          </a:ln>
        </p:spPr>
      </p:pic>
      <p:pic>
        <p:nvPicPr>
          <p:cNvPr id="162" name="Google Shape;162;p21"/>
          <p:cNvPicPr preferRelativeResize="0"/>
          <p:nvPr/>
        </p:nvPicPr>
        <p:blipFill>
          <a:blip r:embed="rId8">
            <a:alphaModFix/>
          </a:blip>
          <a:stretch>
            <a:fillRect/>
          </a:stretch>
        </p:blipFill>
        <p:spPr>
          <a:xfrm>
            <a:off x="7444149" y="3164840"/>
            <a:ext cx="1166301" cy="490750"/>
          </a:xfrm>
          <a:prstGeom prst="rect">
            <a:avLst/>
          </a:prstGeom>
          <a:noFill/>
          <a:ln>
            <a:noFill/>
          </a:ln>
        </p:spPr>
      </p:pic>
      <p:pic>
        <p:nvPicPr>
          <p:cNvPr id="163" name="Google Shape;163;p21"/>
          <p:cNvPicPr preferRelativeResize="0"/>
          <p:nvPr/>
        </p:nvPicPr>
        <p:blipFill>
          <a:blip r:embed="rId9">
            <a:alphaModFix/>
          </a:blip>
          <a:stretch>
            <a:fillRect/>
          </a:stretch>
        </p:blipFill>
        <p:spPr>
          <a:xfrm>
            <a:off x="6672201" y="4067962"/>
            <a:ext cx="681200" cy="752037"/>
          </a:xfrm>
          <a:prstGeom prst="rect">
            <a:avLst/>
          </a:prstGeom>
          <a:noFill/>
          <a:ln>
            <a:noFill/>
          </a:ln>
        </p:spPr>
      </p:pic>
      <p:pic>
        <p:nvPicPr>
          <p:cNvPr id="164" name="Google Shape;164;p21"/>
          <p:cNvPicPr preferRelativeResize="0"/>
          <p:nvPr/>
        </p:nvPicPr>
        <p:blipFill>
          <a:blip r:embed="rId10">
            <a:alphaModFix/>
          </a:blip>
          <a:stretch>
            <a:fillRect/>
          </a:stretch>
        </p:blipFill>
        <p:spPr>
          <a:xfrm>
            <a:off x="7686701" y="4102572"/>
            <a:ext cx="681200" cy="682803"/>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8" name="Shape 168"/>
        <p:cNvGrpSpPr/>
        <p:nvPr/>
      </p:nvGrpSpPr>
      <p:grpSpPr>
        <a:xfrm>
          <a:off x="0" y="0"/>
          <a:ext cx="0" cy="0"/>
          <a:chOff x="0" y="0"/>
          <a:chExt cx="0" cy="0"/>
        </a:xfrm>
      </p:grpSpPr>
      <p:pic>
        <p:nvPicPr>
          <p:cNvPr id="169" name="Google Shape;169;p22"/>
          <p:cNvPicPr preferRelativeResize="0"/>
          <p:nvPr/>
        </p:nvPicPr>
        <p:blipFill>
          <a:blip r:embed="rId3">
            <a:alphaModFix/>
          </a:blip>
          <a:stretch>
            <a:fillRect/>
          </a:stretch>
        </p:blipFill>
        <p:spPr>
          <a:xfrm>
            <a:off x="7147725" y="0"/>
            <a:ext cx="1996274" cy="490750"/>
          </a:xfrm>
          <a:prstGeom prst="rect">
            <a:avLst/>
          </a:prstGeom>
          <a:noFill/>
          <a:ln>
            <a:noFill/>
          </a:ln>
        </p:spPr>
      </p:pic>
      <p:sp>
        <p:nvSpPr>
          <p:cNvPr id="170" name="Google Shape;170;p22"/>
          <p:cNvSpPr txBox="1"/>
          <p:nvPr>
            <p:ph type="title"/>
          </p:nvPr>
        </p:nvSpPr>
        <p:spPr>
          <a:xfrm>
            <a:off x="727650" y="756000"/>
            <a:ext cx="7688700" cy="5352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
              <a:t>Competencias</a:t>
            </a:r>
            <a:r>
              <a:rPr lang="es"/>
              <a:t>	</a:t>
            </a:r>
            <a:endParaRPr/>
          </a:p>
          <a:p>
            <a:pPr indent="0" lvl="0" marL="0" rtl="0" algn="l">
              <a:spcBef>
                <a:spcPts val="0"/>
              </a:spcBef>
              <a:spcAft>
                <a:spcPts val="0"/>
              </a:spcAft>
              <a:buNone/>
            </a:pPr>
            <a:r>
              <a:t/>
            </a:r>
            <a:endParaRPr/>
          </a:p>
        </p:txBody>
      </p:sp>
      <p:sp>
        <p:nvSpPr>
          <p:cNvPr id="171" name="Google Shape;171;p22"/>
          <p:cNvSpPr txBox="1"/>
          <p:nvPr>
            <p:ph idx="1" type="body"/>
          </p:nvPr>
        </p:nvSpPr>
        <p:spPr>
          <a:xfrm>
            <a:off x="727650" y="1330725"/>
            <a:ext cx="7747800" cy="3407400"/>
          </a:xfrm>
          <a:prstGeom prst="rect">
            <a:avLst/>
          </a:prstGeom>
        </p:spPr>
        <p:txBody>
          <a:bodyPr anchorCtr="0" anchor="t" bIns="91425" lIns="91425" spcFirstLastPara="1" rIns="91425" wrap="square" tIns="91425">
            <a:normAutofit fontScale="25000" lnSpcReduction="20000"/>
          </a:bodyPr>
          <a:lstStyle/>
          <a:p>
            <a:pPr indent="-332236" lvl="0" marL="457200" rtl="0" algn="l">
              <a:lnSpc>
                <a:spcPct val="150000"/>
              </a:lnSpc>
              <a:spcBef>
                <a:spcPts val="1000"/>
              </a:spcBef>
              <a:spcAft>
                <a:spcPts val="0"/>
              </a:spcAft>
              <a:buSzPct val="100000"/>
              <a:buChar char="●"/>
            </a:pPr>
            <a:r>
              <a:rPr lang="es" sz="6528"/>
              <a:t>Desarrollo Full-Stack: Dominio integral de interfaces, lógica de servidor, APIs y bases de datos relacionales.</a:t>
            </a:r>
            <a:endParaRPr sz="6528"/>
          </a:p>
          <a:p>
            <a:pPr indent="-332236" lvl="0" marL="457200" rtl="0" algn="l">
              <a:lnSpc>
                <a:spcPct val="150000"/>
              </a:lnSpc>
              <a:spcBef>
                <a:spcPts val="1000"/>
              </a:spcBef>
              <a:spcAft>
                <a:spcPts val="0"/>
              </a:spcAft>
              <a:buSzPct val="100000"/>
              <a:buChar char="●"/>
            </a:pPr>
            <a:r>
              <a:rPr lang="es" sz="6528"/>
              <a:t>Control de versiones avanzado: Uso profesional de Git y GitHub para flujos de trabajo colaborativos reales.</a:t>
            </a:r>
            <a:endParaRPr sz="6528"/>
          </a:p>
          <a:p>
            <a:pPr indent="-332236" lvl="0" marL="457200" rtl="0" algn="l">
              <a:lnSpc>
                <a:spcPct val="150000"/>
              </a:lnSpc>
              <a:spcBef>
                <a:spcPts val="1000"/>
              </a:spcBef>
              <a:spcAft>
                <a:spcPts val="0"/>
              </a:spcAft>
              <a:buSzPct val="100000"/>
              <a:buChar char="●"/>
            </a:pPr>
            <a:r>
              <a:rPr lang="es" sz="6528"/>
              <a:t>Gestión ágil: Aplicación práctica de metodologías ágiles mediante entregas incrementales y adaptación de sprints.</a:t>
            </a:r>
            <a:endParaRPr sz="6528"/>
          </a:p>
          <a:p>
            <a:pPr indent="-332236" lvl="0" marL="457200" rtl="0" algn="l">
              <a:lnSpc>
                <a:spcPct val="150000"/>
              </a:lnSpc>
              <a:spcBef>
                <a:spcPts val="1000"/>
              </a:spcBef>
              <a:spcAft>
                <a:spcPts val="0"/>
              </a:spcAft>
              <a:buSzPct val="100000"/>
              <a:buChar char="●"/>
            </a:pPr>
            <a:r>
              <a:rPr lang="es" sz="6528"/>
              <a:t>Arquitectura y seguridad: Implementación de un diseño de software modular, limpio y seguro.</a:t>
            </a:r>
            <a:endParaRPr sz="6528"/>
          </a:p>
          <a:p>
            <a:pPr indent="0" lvl="0" marL="0" rtl="0" algn="l">
              <a:spcBef>
                <a:spcPts val="1000"/>
              </a:spcBef>
              <a:spcAft>
                <a:spcPts val="0"/>
              </a:spcAft>
              <a:buNone/>
            </a:pPr>
            <a:r>
              <a:t/>
            </a:r>
            <a:endParaRPr sz="6528"/>
          </a:p>
          <a:p>
            <a:pPr indent="0" lvl="0" marL="0" rtl="0" algn="l">
              <a:spcBef>
                <a:spcPts val="1200"/>
              </a:spcBef>
              <a:spcAft>
                <a:spcPts val="1200"/>
              </a:spcAft>
              <a:buNone/>
            </a:pPr>
            <a:r>
              <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5" name="Shape 175"/>
        <p:cNvGrpSpPr/>
        <p:nvPr/>
      </p:nvGrpSpPr>
      <p:grpSpPr>
        <a:xfrm>
          <a:off x="0" y="0"/>
          <a:ext cx="0" cy="0"/>
          <a:chOff x="0" y="0"/>
          <a:chExt cx="0" cy="0"/>
        </a:xfrm>
      </p:grpSpPr>
      <p:pic>
        <p:nvPicPr>
          <p:cNvPr id="176" name="Google Shape;176;p23"/>
          <p:cNvPicPr preferRelativeResize="0"/>
          <p:nvPr/>
        </p:nvPicPr>
        <p:blipFill>
          <a:blip r:embed="rId3">
            <a:alphaModFix/>
          </a:blip>
          <a:stretch>
            <a:fillRect/>
          </a:stretch>
        </p:blipFill>
        <p:spPr>
          <a:xfrm>
            <a:off x="7147725" y="0"/>
            <a:ext cx="1996274" cy="490750"/>
          </a:xfrm>
          <a:prstGeom prst="rect">
            <a:avLst/>
          </a:prstGeom>
          <a:noFill/>
          <a:ln>
            <a:noFill/>
          </a:ln>
        </p:spPr>
      </p:pic>
      <p:sp>
        <p:nvSpPr>
          <p:cNvPr id="177" name="Google Shape;177;p23"/>
          <p:cNvSpPr txBox="1"/>
          <p:nvPr>
            <p:ph type="title"/>
          </p:nvPr>
        </p:nvSpPr>
        <p:spPr>
          <a:xfrm>
            <a:off x="727650" y="756000"/>
            <a:ext cx="7688700" cy="5352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
              <a:t>Riesgos</a:t>
            </a:r>
            <a:r>
              <a:rPr lang="es"/>
              <a:t>	</a:t>
            </a:r>
            <a:endParaRPr/>
          </a:p>
          <a:p>
            <a:pPr indent="0" lvl="0" marL="0" rtl="0" algn="l">
              <a:spcBef>
                <a:spcPts val="0"/>
              </a:spcBef>
              <a:spcAft>
                <a:spcPts val="0"/>
              </a:spcAft>
              <a:buNone/>
            </a:pPr>
            <a:r>
              <a:t/>
            </a:r>
            <a:endParaRPr/>
          </a:p>
        </p:txBody>
      </p:sp>
      <p:sp>
        <p:nvSpPr>
          <p:cNvPr id="178" name="Google Shape;178;p23"/>
          <p:cNvSpPr txBox="1"/>
          <p:nvPr>
            <p:ph idx="1" type="body"/>
          </p:nvPr>
        </p:nvSpPr>
        <p:spPr>
          <a:xfrm>
            <a:off x="727650" y="1330725"/>
            <a:ext cx="7688700" cy="3407400"/>
          </a:xfrm>
          <a:prstGeom prst="rect">
            <a:avLst/>
          </a:prstGeom>
        </p:spPr>
        <p:txBody>
          <a:bodyPr anchorCtr="0" anchor="t" bIns="91425" lIns="91425" spcFirstLastPara="1" rIns="91425" wrap="square" tIns="91425">
            <a:noAutofit/>
          </a:bodyPr>
          <a:lstStyle/>
          <a:p>
            <a:pPr indent="-330200" lvl="0" marL="457200" rtl="0" algn="l">
              <a:lnSpc>
                <a:spcPct val="150000"/>
              </a:lnSpc>
              <a:spcBef>
                <a:spcPts val="1000"/>
              </a:spcBef>
              <a:spcAft>
                <a:spcPts val="0"/>
              </a:spcAft>
              <a:buSzPts val="1600"/>
              <a:buChar char="●"/>
            </a:pPr>
            <a:r>
              <a:rPr lang="es" sz="1600"/>
              <a:t>Fraude académico: Mitigado con autenticación dual obligatoria (GitHub + cuenta institucional Duoc/Microsoft) para eliminar el anonimato.</a:t>
            </a:r>
            <a:endParaRPr sz="1600"/>
          </a:p>
          <a:p>
            <a:pPr indent="-330200" lvl="0" marL="457200" rtl="0" algn="l">
              <a:lnSpc>
                <a:spcPct val="150000"/>
              </a:lnSpc>
              <a:spcBef>
                <a:spcPts val="1000"/>
              </a:spcBef>
              <a:spcAft>
                <a:spcPts val="0"/>
              </a:spcAft>
              <a:buSzPts val="1600"/>
              <a:buChar char="●"/>
            </a:pPr>
            <a:r>
              <a:rPr lang="es" sz="1600"/>
              <a:t>Abandono de tareas: Controlado mediante timeouts automáticos por inactividad y colas de alumnos en reserva.</a:t>
            </a:r>
            <a:endParaRPr sz="1600"/>
          </a:p>
          <a:p>
            <a:pPr indent="-330200" lvl="0" marL="457200" rtl="0" algn="l">
              <a:lnSpc>
                <a:spcPct val="150000"/>
              </a:lnSpc>
              <a:spcBef>
                <a:spcPts val="1000"/>
              </a:spcBef>
              <a:spcAft>
                <a:spcPts val="0"/>
              </a:spcAft>
              <a:buSzPts val="1600"/>
              <a:buChar char="●"/>
            </a:pPr>
            <a:r>
              <a:rPr lang="es" sz="1600"/>
              <a:t>Sobrecarga de trabajo: Restricción de postulaciones simultáneas en paralelo según el nivel de avance del usuario.</a:t>
            </a:r>
            <a:endParaRPr sz="1600"/>
          </a:p>
          <a:p>
            <a:pPr indent="-330200" lvl="0" marL="457200" rtl="0" algn="l">
              <a:lnSpc>
                <a:spcPct val="150000"/>
              </a:lnSpc>
              <a:spcBef>
                <a:spcPts val="1000"/>
              </a:spcBef>
              <a:spcAft>
                <a:spcPts val="0"/>
              </a:spcAft>
              <a:buSzPts val="1600"/>
              <a:buChar char="●"/>
            </a:pPr>
            <a:r>
              <a:rPr lang="es" sz="1600"/>
              <a:t>Brecha técnica inicial: Abordada mediante una sección de mini tutoriales interactivos de Git y GitHub integrados.</a:t>
            </a:r>
            <a:endParaRPr sz="1600"/>
          </a:p>
          <a:p>
            <a:pPr indent="0" lvl="0" marL="0" rtl="0" algn="l">
              <a:spcBef>
                <a:spcPts val="1000"/>
              </a:spcBef>
              <a:spcAft>
                <a:spcPts val="0"/>
              </a:spcAft>
              <a:buNone/>
            </a:pPr>
            <a:r>
              <a:t/>
            </a:r>
            <a:endParaRPr sz="6528"/>
          </a:p>
          <a:p>
            <a:pPr indent="0" lvl="0" marL="0" rtl="0" algn="l">
              <a:spcBef>
                <a:spcPts val="1200"/>
              </a:spcBef>
              <a:spcAft>
                <a:spcPts val="1200"/>
              </a:spcAft>
              <a:buNone/>
            </a:pPr>
            <a:r>
              <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pic>
        <p:nvPicPr>
          <p:cNvPr id="183" name="Google Shape;183;p24"/>
          <p:cNvPicPr preferRelativeResize="0"/>
          <p:nvPr/>
        </p:nvPicPr>
        <p:blipFill>
          <a:blip r:embed="rId3">
            <a:alphaModFix/>
          </a:blip>
          <a:stretch>
            <a:fillRect/>
          </a:stretch>
        </p:blipFill>
        <p:spPr>
          <a:xfrm>
            <a:off x="7147725" y="0"/>
            <a:ext cx="1996274" cy="490750"/>
          </a:xfrm>
          <a:prstGeom prst="rect">
            <a:avLst/>
          </a:prstGeom>
          <a:noFill/>
          <a:ln>
            <a:noFill/>
          </a:ln>
        </p:spPr>
      </p:pic>
      <p:sp>
        <p:nvSpPr>
          <p:cNvPr id="184" name="Google Shape;184;p24"/>
          <p:cNvSpPr txBox="1"/>
          <p:nvPr>
            <p:ph type="title"/>
          </p:nvPr>
        </p:nvSpPr>
        <p:spPr>
          <a:xfrm>
            <a:off x="727650" y="756000"/>
            <a:ext cx="7688700" cy="5352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
              <a:t>Seguridad</a:t>
            </a:r>
            <a:endParaRPr/>
          </a:p>
          <a:p>
            <a:pPr indent="0" lvl="0" marL="0" rtl="0" algn="l">
              <a:spcBef>
                <a:spcPts val="0"/>
              </a:spcBef>
              <a:spcAft>
                <a:spcPts val="0"/>
              </a:spcAft>
              <a:buNone/>
            </a:pPr>
            <a:r>
              <a:t/>
            </a:r>
            <a:endParaRPr/>
          </a:p>
        </p:txBody>
      </p:sp>
      <p:sp>
        <p:nvSpPr>
          <p:cNvPr id="185" name="Google Shape;185;p24"/>
          <p:cNvSpPr txBox="1"/>
          <p:nvPr>
            <p:ph idx="1" type="body"/>
          </p:nvPr>
        </p:nvSpPr>
        <p:spPr>
          <a:xfrm>
            <a:off x="727650" y="1291200"/>
            <a:ext cx="7688700" cy="3407400"/>
          </a:xfrm>
          <a:prstGeom prst="rect">
            <a:avLst/>
          </a:prstGeom>
        </p:spPr>
        <p:txBody>
          <a:bodyPr anchorCtr="0" anchor="ctr" bIns="91425" lIns="91425" spcFirstLastPara="1" rIns="91425" wrap="square" tIns="91425">
            <a:noAutofit/>
          </a:bodyPr>
          <a:lstStyle/>
          <a:p>
            <a:pPr indent="-317740" lvl="0" marL="457200" rtl="0" algn="l">
              <a:lnSpc>
                <a:spcPct val="150000"/>
              </a:lnSpc>
              <a:spcBef>
                <a:spcPts val="1000"/>
              </a:spcBef>
              <a:spcAft>
                <a:spcPts val="0"/>
              </a:spcAft>
              <a:buSzPts val="1404"/>
              <a:buChar char="●"/>
            </a:pPr>
            <a:r>
              <a:rPr lang="es" sz="1404"/>
              <a:t>Autenticación dual: Github + cuenta institucional Duoc UC.</a:t>
            </a:r>
            <a:endParaRPr sz="1404"/>
          </a:p>
          <a:p>
            <a:pPr indent="-317740" lvl="0" marL="457200" rtl="0" algn="l">
              <a:lnSpc>
                <a:spcPct val="150000"/>
              </a:lnSpc>
              <a:spcBef>
                <a:spcPts val="0"/>
              </a:spcBef>
              <a:spcAft>
                <a:spcPts val="0"/>
              </a:spcAft>
              <a:buSzPts val="1404"/>
              <a:buChar char="●"/>
            </a:pPr>
            <a:r>
              <a:rPr lang="es" sz="1404"/>
              <a:t>Control de acceso  por roles</a:t>
            </a:r>
            <a:endParaRPr sz="1404"/>
          </a:p>
          <a:p>
            <a:pPr indent="-317740" lvl="0" marL="457200" rtl="0" algn="l">
              <a:lnSpc>
                <a:spcPct val="150000"/>
              </a:lnSpc>
              <a:spcBef>
                <a:spcPts val="0"/>
              </a:spcBef>
              <a:spcAft>
                <a:spcPts val="0"/>
              </a:spcAft>
              <a:buSzPts val="1404"/>
              <a:buChar char="●"/>
            </a:pPr>
            <a:r>
              <a:rPr lang="es" sz="1404"/>
              <a:t>Protección de Webshock: validación mediante  HMAC.</a:t>
            </a:r>
            <a:endParaRPr sz="1404"/>
          </a:p>
          <a:p>
            <a:pPr indent="-317740" lvl="0" marL="457200" rtl="0" algn="l">
              <a:lnSpc>
                <a:spcPct val="150000"/>
              </a:lnSpc>
              <a:spcBef>
                <a:spcPts val="0"/>
              </a:spcBef>
              <a:spcAft>
                <a:spcPts val="0"/>
              </a:spcAft>
              <a:buSzPts val="1404"/>
              <a:buChar char="●"/>
            </a:pPr>
            <a:r>
              <a:rPr lang="es" sz="1404"/>
              <a:t>Validación de Datos: uso de Zod para evitar información inválida o maliciosa.</a:t>
            </a:r>
            <a:endParaRPr sz="1404"/>
          </a:p>
          <a:p>
            <a:pPr indent="-317740" lvl="0" marL="457200" rtl="0" algn="l">
              <a:lnSpc>
                <a:spcPct val="150000"/>
              </a:lnSpc>
              <a:spcBef>
                <a:spcPts val="0"/>
              </a:spcBef>
              <a:spcAft>
                <a:spcPts val="0"/>
              </a:spcAft>
              <a:buSzPts val="1404"/>
              <a:buChar char="●"/>
            </a:pPr>
            <a:r>
              <a:rPr lang="es" sz="1404"/>
              <a:t>Protección de Credenciales: uso de variables de entorno para datos sensibles.</a:t>
            </a:r>
            <a:endParaRPr sz="1404"/>
          </a:p>
          <a:p>
            <a:pPr indent="-317740" lvl="0" marL="457200" rtl="0" algn="l">
              <a:lnSpc>
                <a:spcPct val="150000"/>
              </a:lnSpc>
              <a:spcBef>
                <a:spcPts val="0"/>
              </a:spcBef>
              <a:spcAft>
                <a:spcPts val="0"/>
              </a:spcAft>
              <a:buSzPts val="1404"/>
              <a:buChar char="●"/>
            </a:pPr>
            <a:r>
              <a:rPr lang="es" sz="1404"/>
              <a:t>Auditoría: registro de actividades y eventos importantes.</a:t>
            </a:r>
            <a:endParaRPr sz="1404"/>
          </a:p>
          <a:p>
            <a:pPr indent="-317740" lvl="0" marL="457200" rtl="0" algn="l">
              <a:lnSpc>
                <a:spcPct val="150000"/>
              </a:lnSpc>
              <a:spcBef>
                <a:spcPts val="0"/>
              </a:spcBef>
              <a:spcAft>
                <a:spcPts val="0"/>
              </a:spcAft>
              <a:buSzPts val="1404"/>
              <a:buChar char="●"/>
            </a:pPr>
            <a:r>
              <a:rPr lang="es" sz="1404"/>
              <a:t>Con esto buscamos la identidad de los usuarios, la información de las tareas y las comunicación  con GitHub.</a:t>
            </a:r>
            <a:endParaRPr sz="6528"/>
          </a:p>
          <a:p>
            <a:pPr indent="0" lvl="0" marL="0" rtl="0" algn="l">
              <a:spcBef>
                <a:spcPts val="0"/>
              </a:spcBef>
              <a:spcAft>
                <a:spcPts val="120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pic>
        <p:nvPicPr>
          <p:cNvPr id="190" name="Google Shape;190;p25"/>
          <p:cNvPicPr preferRelativeResize="0"/>
          <p:nvPr/>
        </p:nvPicPr>
        <p:blipFill>
          <a:blip r:embed="rId3">
            <a:alphaModFix/>
          </a:blip>
          <a:stretch>
            <a:fillRect/>
          </a:stretch>
        </p:blipFill>
        <p:spPr>
          <a:xfrm>
            <a:off x="7147725" y="0"/>
            <a:ext cx="1996274" cy="490750"/>
          </a:xfrm>
          <a:prstGeom prst="rect">
            <a:avLst/>
          </a:prstGeom>
          <a:noFill/>
          <a:ln>
            <a:noFill/>
          </a:ln>
        </p:spPr>
      </p:pic>
      <p:sp>
        <p:nvSpPr>
          <p:cNvPr id="191" name="Google Shape;191;p25"/>
          <p:cNvSpPr txBox="1"/>
          <p:nvPr>
            <p:ph type="title"/>
          </p:nvPr>
        </p:nvSpPr>
        <p:spPr>
          <a:xfrm>
            <a:off x="727650" y="756538"/>
            <a:ext cx="7688700" cy="5352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
              <a:t>Modelo de negocio</a:t>
            </a:r>
            <a:r>
              <a:rPr lang="es"/>
              <a:t>	</a:t>
            </a:r>
            <a:endParaRPr/>
          </a:p>
          <a:p>
            <a:pPr indent="0" lvl="0" marL="0" rtl="0" algn="l">
              <a:spcBef>
                <a:spcPts val="0"/>
              </a:spcBef>
              <a:spcAft>
                <a:spcPts val="0"/>
              </a:spcAft>
              <a:buNone/>
            </a:pPr>
            <a:r>
              <a:t/>
            </a:r>
            <a:endParaRPr/>
          </a:p>
        </p:txBody>
      </p:sp>
      <p:sp>
        <p:nvSpPr>
          <p:cNvPr id="192" name="Google Shape;192;p25"/>
          <p:cNvSpPr txBox="1"/>
          <p:nvPr>
            <p:ph idx="1" type="body"/>
          </p:nvPr>
        </p:nvSpPr>
        <p:spPr>
          <a:xfrm>
            <a:off x="72775" y="1516625"/>
            <a:ext cx="2871300" cy="3407400"/>
          </a:xfrm>
          <a:prstGeom prst="rect">
            <a:avLst/>
          </a:prstGeom>
          <a:solidFill>
            <a:srgbClr val="EFEFEF"/>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just">
              <a:lnSpc>
                <a:spcPct val="115000"/>
              </a:lnSpc>
              <a:spcBef>
                <a:spcPts val="1000"/>
              </a:spcBef>
              <a:spcAft>
                <a:spcPts val="0"/>
              </a:spcAft>
              <a:buNone/>
            </a:pPr>
            <a:r>
              <a:rPr lang="es"/>
              <a:t>Bug Hunter se concibe inicialmente como una plataforma web de carácter comunitario y sin fines de lucro, diseñada para ofrecer un espacio gratuito y seguro de colaboración.</a:t>
            </a:r>
            <a:endParaRPr sz="1000"/>
          </a:p>
        </p:txBody>
      </p:sp>
      <p:sp>
        <p:nvSpPr>
          <p:cNvPr id="193" name="Google Shape;193;p25"/>
          <p:cNvSpPr txBox="1"/>
          <p:nvPr>
            <p:ph idx="1" type="body"/>
          </p:nvPr>
        </p:nvSpPr>
        <p:spPr>
          <a:xfrm>
            <a:off x="3106038" y="1516625"/>
            <a:ext cx="2872800" cy="3407400"/>
          </a:xfrm>
          <a:prstGeom prst="rect">
            <a:avLst/>
          </a:prstGeom>
          <a:solidFill>
            <a:srgbClr val="EFEFEF"/>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just">
              <a:lnSpc>
                <a:spcPct val="115000"/>
              </a:lnSpc>
              <a:spcBef>
                <a:spcPts val="1000"/>
              </a:spcBef>
              <a:spcAft>
                <a:spcPts val="0"/>
              </a:spcAft>
              <a:buNone/>
            </a:pPr>
            <a:r>
              <a:rPr lang="es"/>
              <a:t>Si bien en esta etapa de desarrollo el proyecto no contempla ningún tipo de beneficio monetario ni transacciones financieras, esto no excluye la posibilidad de incorporar modelos de negocio orientados al lucro en etapas futuras.</a:t>
            </a:r>
            <a:endParaRPr sz="1000"/>
          </a:p>
        </p:txBody>
      </p:sp>
      <p:sp>
        <p:nvSpPr>
          <p:cNvPr id="194" name="Google Shape;194;p25"/>
          <p:cNvSpPr txBox="1"/>
          <p:nvPr/>
        </p:nvSpPr>
        <p:spPr>
          <a:xfrm>
            <a:off x="6140825" y="1517525"/>
            <a:ext cx="2872800" cy="3407400"/>
          </a:xfrm>
          <a:prstGeom prst="rect">
            <a:avLst/>
          </a:prstGeom>
          <a:solidFill>
            <a:srgbClr val="EFEFEF"/>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lang="es" sz="1300">
                <a:solidFill>
                  <a:schemeClr val="accent1"/>
                </a:solidFill>
                <a:latin typeface="Lato"/>
                <a:ea typeface="Lato"/>
                <a:cs typeface="Lato"/>
                <a:sym typeface="Lato"/>
              </a:rPr>
              <a:t>Cómo? </a:t>
            </a:r>
            <a:endParaRPr sz="1300">
              <a:solidFill>
                <a:schemeClr val="accent1"/>
              </a:solidFill>
              <a:latin typeface="Lato"/>
              <a:ea typeface="Lato"/>
              <a:cs typeface="Lato"/>
              <a:sym typeface="Lato"/>
            </a:endParaRPr>
          </a:p>
          <a:p>
            <a:pPr indent="0" lvl="0" marL="0" rtl="0" algn="l">
              <a:lnSpc>
                <a:spcPct val="115000"/>
              </a:lnSpc>
              <a:spcBef>
                <a:spcPts val="0"/>
              </a:spcBef>
              <a:spcAft>
                <a:spcPts val="0"/>
              </a:spcAft>
              <a:buNone/>
            </a:pPr>
            <a:r>
              <a:t/>
            </a:r>
            <a:endParaRPr sz="1300">
              <a:solidFill>
                <a:schemeClr val="accent1"/>
              </a:solidFill>
              <a:latin typeface="Lato"/>
              <a:ea typeface="Lato"/>
              <a:cs typeface="Lato"/>
              <a:sym typeface="Lato"/>
            </a:endParaRPr>
          </a:p>
          <a:p>
            <a:pPr indent="-311150" lvl="0" marL="457200" rtl="0" algn="l">
              <a:lnSpc>
                <a:spcPct val="115000"/>
              </a:lnSpc>
              <a:spcBef>
                <a:spcPts val="0"/>
              </a:spcBef>
              <a:spcAft>
                <a:spcPts val="0"/>
              </a:spcAft>
              <a:buClr>
                <a:schemeClr val="accent1"/>
              </a:buClr>
              <a:buSzPts val="1300"/>
              <a:buFont typeface="Lato"/>
              <a:buChar char="●"/>
            </a:pPr>
            <a:r>
              <a:rPr lang="es" sz="1300">
                <a:solidFill>
                  <a:schemeClr val="accent1"/>
                </a:solidFill>
                <a:latin typeface="Lato"/>
                <a:ea typeface="Lato"/>
                <a:cs typeface="Lato"/>
                <a:sym typeface="Lato"/>
              </a:rPr>
              <a:t>Venta de licencias o servicio institucional para otras casas de estudio.</a:t>
            </a:r>
            <a:endParaRPr sz="1300">
              <a:solidFill>
                <a:schemeClr val="accent1"/>
              </a:solidFill>
              <a:latin typeface="Lato"/>
              <a:ea typeface="Lato"/>
              <a:cs typeface="Lato"/>
              <a:sym typeface="Lato"/>
            </a:endParaRPr>
          </a:p>
          <a:p>
            <a:pPr indent="-311150" lvl="0" marL="457200" rtl="0" algn="l">
              <a:lnSpc>
                <a:spcPct val="115000"/>
              </a:lnSpc>
              <a:spcBef>
                <a:spcPts val="0"/>
              </a:spcBef>
              <a:spcAft>
                <a:spcPts val="0"/>
              </a:spcAft>
              <a:buClr>
                <a:schemeClr val="accent1"/>
              </a:buClr>
              <a:buSzPts val="1300"/>
              <a:buFont typeface="Lato"/>
              <a:buChar char="●"/>
            </a:pPr>
            <a:r>
              <a:rPr lang="es" sz="1300">
                <a:solidFill>
                  <a:schemeClr val="accent1"/>
                </a:solidFill>
                <a:latin typeface="Lato"/>
                <a:ea typeface="Lato"/>
                <a:cs typeface="Lato"/>
                <a:sym typeface="Lato"/>
              </a:rPr>
              <a:t>Tareas externas financiadas por la industria para usuarios con buen rendimiento, generando ingresos por comisión de intermediación.</a:t>
            </a:r>
            <a:endParaRPr sz="1300">
              <a:solidFill>
                <a:schemeClr val="accent1"/>
              </a:solidFill>
              <a:latin typeface="Lato"/>
              <a:ea typeface="Lato"/>
              <a:cs typeface="Lato"/>
              <a:sym typeface="Lato"/>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pic>
        <p:nvPicPr>
          <p:cNvPr id="199" name="Google Shape;199;p26"/>
          <p:cNvPicPr preferRelativeResize="0"/>
          <p:nvPr/>
        </p:nvPicPr>
        <p:blipFill>
          <a:blip r:embed="rId3">
            <a:alphaModFix/>
          </a:blip>
          <a:stretch>
            <a:fillRect/>
          </a:stretch>
        </p:blipFill>
        <p:spPr>
          <a:xfrm>
            <a:off x="7147725" y="0"/>
            <a:ext cx="1996274" cy="490750"/>
          </a:xfrm>
          <a:prstGeom prst="rect">
            <a:avLst/>
          </a:prstGeom>
          <a:noFill/>
          <a:ln>
            <a:noFill/>
          </a:ln>
        </p:spPr>
      </p:pic>
      <p:sp>
        <p:nvSpPr>
          <p:cNvPr id="200" name="Google Shape;200;p26"/>
          <p:cNvSpPr txBox="1"/>
          <p:nvPr>
            <p:ph type="title"/>
          </p:nvPr>
        </p:nvSpPr>
        <p:spPr>
          <a:xfrm>
            <a:off x="727650" y="756000"/>
            <a:ext cx="7688700" cy="5352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
              <a:t>Mockups</a:t>
            </a:r>
            <a:r>
              <a:rPr lang="es"/>
              <a:t>	</a:t>
            </a:r>
            <a:endParaRPr/>
          </a:p>
          <a:p>
            <a:pPr indent="0" lvl="0" marL="0" rtl="0" algn="l">
              <a:spcBef>
                <a:spcPts val="0"/>
              </a:spcBef>
              <a:spcAft>
                <a:spcPts val="0"/>
              </a:spcAft>
              <a:buNone/>
            </a:pPr>
            <a:r>
              <a:t/>
            </a:r>
            <a:endParaRPr/>
          </a:p>
        </p:txBody>
      </p:sp>
      <p:pic>
        <p:nvPicPr>
          <p:cNvPr id="201" name="Google Shape;201;p26"/>
          <p:cNvPicPr preferRelativeResize="0"/>
          <p:nvPr/>
        </p:nvPicPr>
        <p:blipFill>
          <a:blip r:embed="rId4">
            <a:alphaModFix/>
          </a:blip>
          <a:stretch>
            <a:fillRect/>
          </a:stretch>
        </p:blipFill>
        <p:spPr>
          <a:xfrm>
            <a:off x="2268425" y="0"/>
            <a:ext cx="3600226" cy="5400326"/>
          </a:xfrm>
          <a:prstGeom prst="rect">
            <a:avLst/>
          </a:prstGeom>
          <a:noFill/>
          <a:ln>
            <a:noFill/>
          </a:ln>
        </p:spPr>
      </p:pic>
      <p:pic>
        <p:nvPicPr>
          <p:cNvPr id="202" name="Google Shape;202;p26"/>
          <p:cNvPicPr preferRelativeResize="0"/>
          <p:nvPr/>
        </p:nvPicPr>
        <p:blipFill>
          <a:blip r:embed="rId5">
            <a:alphaModFix/>
          </a:blip>
          <a:stretch>
            <a:fillRect/>
          </a:stretch>
        </p:blipFill>
        <p:spPr>
          <a:xfrm>
            <a:off x="2225749" y="490750"/>
            <a:ext cx="6918250" cy="4201419"/>
          </a:xfrm>
          <a:prstGeom prst="rect">
            <a:avLst/>
          </a:prstGeom>
          <a:noFill/>
          <a:ln>
            <a:noFill/>
          </a:ln>
        </p:spPr>
      </p:pic>
      <p:pic>
        <p:nvPicPr>
          <p:cNvPr id="203" name="Google Shape;203;p26"/>
          <p:cNvPicPr preferRelativeResize="0"/>
          <p:nvPr/>
        </p:nvPicPr>
        <p:blipFill>
          <a:blip r:embed="rId6">
            <a:alphaModFix/>
          </a:blip>
          <a:stretch>
            <a:fillRect/>
          </a:stretch>
        </p:blipFill>
        <p:spPr>
          <a:xfrm>
            <a:off x="2140025" y="459575"/>
            <a:ext cx="7841626" cy="4039249"/>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2"/>
                                        </p:tgtEl>
                                        <p:attrNameLst>
                                          <p:attrName>style.visibility</p:attrName>
                                        </p:attrNameLst>
                                      </p:cBhvr>
                                      <p:to>
                                        <p:strVal val="visible"/>
                                      </p:to>
                                    </p:set>
                                  </p:childTnLst>
                                </p:cTn>
                              </p:par>
                              <p:par>
                                <p:cTn fill="hold" nodeType="withEffect" presetClass="exit" presetID="1" presetSubtype="0">
                                  <p:stCondLst>
                                    <p:cond delay="0"/>
                                  </p:stCondLst>
                                  <p:childTnLst>
                                    <p:set>
                                      <p:cBhvr>
                                        <p:cTn dur="1" fill="hold">
                                          <p:stCondLst>
                                            <p:cond delay="0"/>
                                          </p:stCondLst>
                                        </p:cTn>
                                        <p:tgtEl>
                                          <p:spTgt spid="201"/>
                                        </p:tgtEl>
                                        <p:attrNameLst>
                                          <p:attrName>style.visibility</p:attrName>
                                        </p:attrNameLst>
                                      </p:cBhvr>
                                      <p:to>
                                        <p:strVal val="hidden"/>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3"/>
                                        </p:tgtEl>
                                        <p:attrNameLst>
                                          <p:attrName>style.visibility</p:attrName>
                                        </p:attrNameLst>
                                      </p:cBhvr>
                                      <p:to>
                                        <p:strVal val="visible"/>
                                      </p:to>
                                    </p:set>
                                  </p:childTnLst>
                                </p:cTn>
                              </p:par>
                              <p:par>
                                <p:cTn fill="hold" nodeType="withEffect" presetClass="exit" presetID="1" presetSubtype="0">
                                  <p:stCondLst>
                                    <p:cond delay="0"/>
                                  </p:stCondLst>
                                  <p:childTnLst>
                                    <p:set>
                                      <p:cBhvr>
                                        <p:cTn dur="1" fill="hold">
                                          <p:stCondLst>
                                            <p:cond delay="0"/>
                                          </p:stCondLst>
                                        </p:cTn>
                                        <p:tgtEl>
                                          <p:spTgt spid="202"/>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pic>
        <p:nvPicPr>
          <p:cNvPr id="208" name="Google Shape;208;p27"/>
          <p:cNvPicPr preferRelativeResize="0"/>
          <p:nvPr/>
        </p:nvPicPr>
        <p:blipFill>
          <a:blip r:embed="rId3">
            <a:alphaModFix/>
          </a:blip>
          <a:stretch>
            <a:fillRect/>
          </a:stretch>
        </p:blipFill>
        <p:spPr>
          <a:xfrm>
            <a:off x="7147725" y="0"/>
            <a:ext cx="1996274" cy="490750"/>
          </a:xfrm>
          <a:prstGeom prst="rect">
            <a:avLst/>
          </a:prstGeom>
          <a:noFill/>
          <a:ln>
            <a:noFill/>
          </a:ln>
        </p:spPr>
      </p:pic>
      <p:sp>
        <p:nvSpPr>
          <p:cNvPr id="209" name="Google Shape;209;p27"/>
          <p:cNvSpPr txBox="1"/>
          <p:nvPr>
            <p:ph type="title"/>
          </p:nvPr>
        </p:nvSpPr>
        <p:spPr>
          <a:xfrm>
            <a:off x="727650" y="756000"/>
            <a:ext cx="7688700" cy="5352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
              <a:t>Conclusión</a:t>
            </a:r>
            <a:r>
              <a:rPr lang="es"/>
              <a:t>	</a:t>
            </a:r>
            <a:endParaRPr/>
          </a:p>
          <a:p>
            <a:pPr indent="0" lvl="0" marL="0" rtl="0" algn="l">
              <a:spcBef>
                <a:spcPts val="0"/>
              </a:spcBef>
              <a:spcAft>
                <a:spcPts val="0"/>
              </a:spcAft>
              <a:buNone/>
            </a:pPr>
            <a:r>
              <a:t/>
            </a:r>
            <a:endParaRPr/>
          </a:p>
        </p:txBody>
      </p:sp>
      <p:sp>
        <p:nvSpPr>
          <p:cNvPr id="210" name="Google Shape;210;p27"/>
          <p:cNvSpPr txBox="1"/>
          <p:nvPr>
            <p:ph idx="1" type="body"/>
          </p:nvPr>
        </p:nvSpPr>
        <p:spPr>
          <a:xfrm>
            <a:off x="727650" y="1330725"/>
            <a:ext cx="7688700" cy="3407400"/>
          </a:xfrm>
          <a:prstGeom prst="rect">
            <a:avLst/>
          </a:prstGeom>
        </p:spPr>
        <p:txBody>
          <a:bodyPr anchorCtr="0" anchor="ctr" bIns="91425" lIns="91425" spcFirstLastPara="1" rIns="91425" wrap="square" tIns="91425">
            <a:noAutofit/>
          </a:bodyPr>
          <a:lstStyle/>
          <a:p>
            <a:pPr indent="0" lvl="0" marL="0" rtl="0" algn="just">
              <a:spcBef>
                <a:spcPts val="1200"/>
              </a:spcBef>
              <a:spcAft>
                <a:spcPts val="0"/>
              </a:spcAft>
              <a:buNone/>
            </a:pPr>
            <a:r>
              <a:rPr lang="es" sz="1600"/>
              <a:t>En conclusión, Bug Hunter resuelve el problema de la falta de experiencia práctica continua para estudiantes de programación sin amarrarlos a horarios rígidos o equipos pesados. El proyecto demuestra que es totalmente viable construir una plataforma robusta en tres meses gracias a una arquitectura limpia con Next.js, PostgreSQL y Prisma. Además, integra seguridad de nivel profesional con autenticación dual y Webhooks automatizados de GitHub, cerrando con una distribución equitativa de tareas entre el equipo que entrega un producto listo para el ecosistema de la comunidad.</a:t>
            </a:r>
            <a:endParaRPr sz="1600"/>
          </a:p>
          <a:p>
            <a:pPr indent="0" lvl="0" marL="0" rtl="0" algn="l">
              <a:spcBef>
                <a:spcPts val="1200"/>
              </a:spcBef>
              <a:spcAft>
                <a:spcPts val="1200"/>
              </a:spcAft>
              <a:buNone/>
            </a:pPr>
            <a:r>
              <a:t/>
            </a:r>
            <a:endParaRPr sz="1600"/>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treamline">
  <a:themeElements>
    <a:clrScheme name="Streamline">
      <a:dk1>
        <a:srgbClr val="1A9988"/>
      </a:dk1>
      <a:lt1>
        <a:srgbClr val="FFFFFF"/>
      </a:lt1>
      <a:dk2>
        <a:srgbClr val="1A1A1A"/>
      </a:dk2>
      <a:lt2>
        <a:srgbClr val="E9EDEE"/>
      </a:lt2>
      <a:accent1>
        <a:srgbClr val="595959"/>
      </a:accent1>
      <a:accent2>
        <a:srgbClr val="6AA4C8"/>
      </a:accent2>
      <a:accent3>
        <a:srgbClr val="EB5600"/>
      </a:accent3>
      <a:accent4>
        <a:srgbClr val="A2FFE8"/>
      </a:accent4>
      <a:accent5>
        <a:srgbClr val="1C3678"/>
      </a:accent5>
      <a:accent6>
        <a:srgbClr val="FFB8A2"/>
      </a:accent6>
      <a:hlink>
        <a:srgbClr val="1C3678"/>
      </a:hlink>
      <a:folHlink>
        <a:srgbClr val="1C367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